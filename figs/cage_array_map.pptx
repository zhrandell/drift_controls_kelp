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>
        <p:scale>
          <a:sx n="200" d="100"/>
          <a:sy n="200" d="100"/>
        </p:scale>
        <p:origin x="-4112" y="2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9EDCEC-8617-A01A-4796-72B9C6B295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103A56-F92E-91B6-B3C8-E744B557BF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09334C-E508-D455-AC40-1DA249B01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6F5DD-11D3-4578-A546-AFAB1ED0C040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3039D0-2C43-FA44-EE20-4EF2E84CBF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201DCB-8FD4-06F8-BAC4-726973666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2AEB6-1CC1-4828-B244-C218CDAECA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66116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27DDA-D257-733C-BB09-0559E31C3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A00353-41D2-EC8E-8E47-F4B8E22AED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5A9591-1C9E-DFB0-7E7C-39D03B59E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6F5DD-11D3-4578-A546-AFAB1ED0C040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D86D-2EED-2B39-DE36-132115E17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A25129-E76D-837F-89F8-402AAFD76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2AEB6-1CC1-4828-B244-C218CDAECA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84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755663-E783-88DC-CDF4-33A43320B8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F53B5B-6BB1-9A38-38DA-EE6B57D99F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0260EC-4DDC-1942-815E-5E161265BF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6F5DD-11D3-4578-A546-AFAB1ED0C040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36B8CA-87C0-3E75-1529-280F9D171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DF45CF-77A4-8153-23E5-7EB56EAA8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2AEB6-1CC1-4828-B244-C218CDAECA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6015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EF8FC-A3FB-D880-6CB8-C7AA4D8EE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F27950-6789-6277-0530-D686B8BAD3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C67F0A-8DDF-0D2F-DF0B-82D0244293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3F54A1-F662-A41E-366E-7998FEF7C4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6F5DD-11D3-4578-A546-AFAB1ED0C040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F3B75D-7F2B-A738-CEC9-8E664A3883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AAF152-17BE-64F3-34EF-C420FB04E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2AEB6-1CC1-4828-B244-C218CDAECA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0777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9836AF-CC17-2C99-D070-B7BA3F8E1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4887DD-F392-CB71-3B10-FDE6DD401F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0A833F-69A4-A9D5-827B-E14B7650D1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4C5CA96-7803-FFDF-096B-CFA7BEB36B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EB41082-7806-B729-9E99-34769F8798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DC6FA6-8193-07FC-322D-83AA710802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6F5DD-11D3-4578-A546-AFAB1ED0C040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AD9CAE6-4FAA-47F3-3C49-B47A8611A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D7BD6F6-95A0-87DC-CD50-ABAA22009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2AEB6-1CC1-4828-B244-C218CDAECA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635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D1916-C1BA-3F97-3353-3A930458A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CD0175-E12D-BE8D-26B3-B42FDF94E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6F5DD-11D3-4578-A546-AFAB1ED0C040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4B6F91-1E5C-409C-35FE-89594AAC50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4DBD33-8D3F-2DC7-292A-DAEDE4E32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2AEB6-1CC1-4828-B244-C218CDAECA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7443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FE291F-299D-CA93-FAD9-E8190033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6F5DD-11D3-4578-A546-AFAB1ED0C040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F8B6468-18E6-95A9-925E-AA49D0F1C7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0518AF-3B67-A8BB-1157-8F94DC0D6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2AEB6-1CC1-4828-B244-C218CDAECA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5509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2DBEC-FC7B-4161-2AC7-12538F1AA5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173179-7714-B290-6A03-94BA18CE3E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7ABDFB-4490-3A5E-CF19-ED30D6F242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09EAE1-37BA-CE7C-FF8A-C5DEF465C6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6F5DD-11D3-4578-A546-AFAB1ED0C040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BC0383-8B8D-11C1-9674-278F44CDE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6619BF-4022-CD42-1ECC-CFCE69280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2AEB6-1CC1-4828-B244-C218CDAECA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5803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F0CE3-7745-A4CC-BBE6-5CF10E01BC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07AD6D7-B0BB-697C-C246-623D26B4BD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41B7CC-5C19-33F9-CDFC-8725263217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2AED4C-E54B-B2C0-50DE-88A1AE3E64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6F5DD-11D3-4578-A546-AFAB1ED0C040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297AA7-3AF6-3671-1875-F550EA1CE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38B2C3-EF6C-927C-70A5-A0C399753E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2AEB6-1CC1-4828-B244-C218CDAECA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447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471DE-2F08-8FE6-D17F-1B1AE9C3E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84C7B8-7DDF-C400-9363-F680CB44F2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FBECED-2134-847B-0DF8-40A10E6C6A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6F5DD-11D3-4578-A546-AFAB1ED0C040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02E276-EEBC-3649-55AA-0579B19B5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5B7440-294E-BCF5-8626-8D12BD194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2AEB6-1CC1-4828-B244-C218CDAECA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2242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426242F-5668-4E20-8B27-6CE0ED6ABA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9FB3BA-BB91-3E84-617E-8C919EE2A0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F1182A-EF74-DA30-08C4-0393A041A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6F5DD-11D3-4578-A546-AFAB1ED0C040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F868EB-CCB3-7B62-E7D1-279CF3B0E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8843D8-5603-66B7-FADB-BEB360D58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2AEB6-1CC1-4828-B244-C218CDAECA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8795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84094CF-AD24-6E3D-0680-36ECC10AB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EC4C12-C57B-F428-24E9-4995003745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A2F29A-ED63-E9E9-1668-3F099537B5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56F5DD-11D3-4578-A546-AFAB1ED0C040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D75896-BEC6-0DFA-2C83-4385594981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C19163-CF61-7CE4-DEA8-4276FB03F0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C2AEB6-1CC1-4828-B244-C218CDAECA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874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22C1F5A-8FBD-F040-BA66-04D5DC8F6E5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6992" r="17036"/>
          <a:stretch/>
        </p:blipFill>
        <p:spPr>
          <a:xfrm>
            <a:off x="3360845" y="355050"/>
            <a:ext cx="4327665" cy="315492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69EAD92-5185-3512-B26B-C1862E1BD6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0845" y="3509974"/>
            <a:ext cx="4327665" cy="2979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66510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Zachary Randell</dc:creator>
  <cp:lastModifiedBy>Zachary Randell</cp:lastModifiedBy>
  <cp:revision>1</cp:revision>
  <dcterms:created xsi:type="dcterms:W3CDTF">2026-06-06T17:32:37Z</dcterms:created>
  <dcterms:modified xsi:type="dcterms:W3CDTF">2026-06-07T15:42:48Z</dcterms:modified>
</cp:coreProperties>
</file>