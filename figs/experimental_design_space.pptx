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8FA3"/>
    <a:srgbClr val="7C496A"/>
    <a:srgbClr val="9998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556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1376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achary Randell" userId="4632875424_tp_dropbox_plus" providerId="OAuth2" clId="{94F170DD-8542-47A7-905C-5CC9F103855A}"/>
    <pc:docChg chg="delSld modSld">
      <pc:chgData name="Zachary Randell" userId="4632875424_tp_dropbox_plus" providerId="OAuth2" clId="{94F170DD-8542-47A7-905C-5CC9F103855A}" dt="2026-06-05T20:51:48.932" v="10" actId="47"/>
      <pc:docMkLst>
        <pc:docMk/>
      </pc:docMkLst>
      <pc:sldChg chg="modSp del mod">
        <pc:chgData name="Zachary Randell" userId="4632875424_tp_dropbox_plus" providerId="OAuth2" clId="{94F170DD-8542-47A7-905C-5CC9F103855A}" dt="2026-06-05T20:51:48.932" v="10" actId="47"/>
        <pc:sldMkLst>
          <pc:docMk/>
          <pc:sldMk cId="2849075591" sldId="257"/>
        </pc:sldMkLst>
        <pc:spChg chg="mod">
          <ac:chgData name="Zachary Randell" userId="4632875424_tp_dropbox_plus" providerId="OAuth2" clId="{94F170DD-8542-47A7-905C-5CC9F103855A}" dt="2026-06-05T20:47:27.109" v="8" actId="1076"/>
          <ac:spMkLst>
            <pc:docMk/>
            <pc:sldMk cId="2849075591" sldId="257"/>
            <ac:spMk id="92" creationId="{CDE78603-3D13-B381-ACE1-1D7119B2B07D}"/>
          </ac:spMkLst>
        </pc:spChg>
        <pc:spChg chg="mod">
          <ac:chgData name="Zachary Randell" userId="4632875424_tp_dropbox_plus" providerId="OAuth2" clId="{94F170DD-8542-47A7-905C-5CC9F103855A}" dt="2026-06-05T20:47:39.495" v="9" actId="1076"/>
          <ac:spMkLst>
            <pc:docMk/>
            <pc:sldMk cId="2849075591" sldId="257"/>
            <ac:spMk id="140" creationId="{7922CB01-1945-35AA-F19E-3AAA3C826CF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F5B7E5-F99F-471B-B3DE-57965D1045F7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030E6D-7FE3-462C-B750-98356D50DC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3529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7A047-71D4-CF28-2BF4-2B508E57D1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5D9E69-8B4A-8ACD-A6ED-91FD6C01DA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40B8ED-EB30-0F50-9DEB-82F2F14C7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E5C88D-A9DA-0A8E-A1C3-38EFE107C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AC637B-C6FC-BAC2-E34B-51D422BF7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307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5A5329-E8C4-BF5F-FEC6-1D2239AED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4AFE93-69E7-46DE-81D2-74A0ABB551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B68233-0D3E-0C02-FCBE-2EF963D54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4EB4E-010A-FC0E-E9E4-A8EB66D69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3E1A6A-3EE6-A2ED-721A-2384B0976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7425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4BE9E-6DDC-91F5-E15E-CF82C0100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135131-4F76-6D11-CCA3-CBF991CEDC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B7130A-0106-266D-D59E-CF76BF730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59F7F3-C99F-7A8A-FB05-48927CD34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A83546-5693-1C66-F349-229B61979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7766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0BB15-BB56-AC97-8C0D-697B07A1C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EDA6FE-1E0A-38DC-4EAD-96A264AF28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A19CAE-0FE8-6F29-7DE5-26D3CDE768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64816A-6687-FF7F-0BF2-53DB6CD49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B2FE9B-263D-04FD-6247-24A032BBF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9B029A-3C4B-4CE8-1222-7BAE915D7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0312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B965B-663F-E2DC-C7C4-9DA2B81B53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662A1E-ADEC-09BC-B2A2-FB48CF64E9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1C07BB-0C61-6A52-EFCE-C45301D3EC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416D0D-C6D5-A2F4-5A37-9EFA2DA1DE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0D8408-F737-CBD7-1FB3-6FF452DE74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8696C5-2F89-69F2-91A5-8DB1FF690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8D586D-42A2-3433-76D3-23FCA2DF7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9C1011-920B-8C71-7444-071D0B933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7231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F2139-7806-7700-1375-9229A3540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AAC294-3430-80EE-E2D8-AA793C68A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EC1F83-0F6D-BEAA-6D9F-837E14F4C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09809A-48FA-1A70-84BD-579113046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4611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2C398B-7C09-12C7-6B1F-AA6FA0316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2EAAAF-8340-2ABB-F953-68AB662D7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CF75EC-3AD7-5EB0-9CD3-382A4998B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8882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F5BF1-7636-9724-F699-A23E1CE44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7D4C17-B416-055E-3618-436A8E1A1B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22AD26-6138-F98C-781C-5D51BFD6D2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B7B90E-852C-74CE-BE16-46914A38EC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9E7BDE-C941-0DDE-E25B-B7EFBBCB0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FB22A6-D237-D3C5-5D45-B488E4A0F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07634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71730-AC49-ED7A-D5C5-FE61C9965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D57CDA-41F5-B48A-06D1-43B6B47F0B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BD4881-9B79-BE8D-57A8-9011F6D32E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D8E0C3-2419-2577-832A-919354A9B2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0DDD0C-587E-04B1-2443-8B155C9E0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A601CD-E65E-0B78-F73C-11FC2DBE6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161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86C7A-3D67-7132-DFFC-7DBD6C8D2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248149-D5F9-C74E-7F5E-F9FD551BE9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F84D81-AB26-511B-151D-C37DC310B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99E7B-BDF6-DA67-73A2-1C63BCDC1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0ECABD-CBD4-394E-F011-C75B45B71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2894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158DAD5-A320-6D6A-3210-9358C9D55F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493F8D-DDBF-A3A2-9195-39841FC034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E6EA53-6931-0E6C-5424-4E44A31CD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6AB108-18E1-04E5-3E42-FE8B3BAD2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7764B6-B88A-0DE0-60E7-0F7BE1FE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7615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F09356-AC00-2248-FAD8-139CDAB0B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F43D1F-96B9-3F1E-A247-D3CBD08632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BCB3C1-3133-6926-CEB1-E4B9E5F2CC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B944B8-7A9A-4030-BC91-8FDE173981C2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063FE-BB49-AC04-787E-E63D968BB8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C4F7C2-9C48-C204-32EB-E2BA556574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2840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microsoft.com/office/2007/relationships/hdphoto" Target="../media/hdphoto2.wdp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32BE99D-13D5-C923-D65B-B1C23695C32E}"/>
              </a:ext>
            </a:extLst>
          </p:cNvPr>
          <p:cNvSpPr/>
          <p:nvPr/>
        </p:nvSpPr>
        <p:spPr>
          <a:xfrm>
            <a:off x="5980221" y="5294622"/>
            <a:ext cx="619125" cy="5810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DF95F6A-AF95-BB23-FEB7-964D81F6D947}"/>
              </a:ext>
            </a:extLst>
          </p:cNvPr>
          <p:cNvSpPr/>
          <p:nvPr/>
        </p:nvSpPr>
        <p:spPr>
          <a:xfrm>
            <a:off x="7465358" y="5288048"/>
            <a:ext cx="619125" cy="5810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98CCCB-30AA-A071-37EE-907F3A1E58D8}"/>
              </a:ext>
            </a:extLst>
          </p:cNvPr>
          <p:cNvSpPr/>
          <p:nvPr/>
        </p:nvSpPr>
        <p:spPr>
          <a:xfrm>
            <a:off x="10409350" y="2577071"/>
            <a:ext cx="619125" cy="5810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5EBCD5-35EB-C60F-B960-2E0E7CF642D0}"/>
              </a:ext>
            </a:extLst>
          </p:cNvPr>
          <p:cNvSpPr/>
          <p:nvPr/>
        </p:nvSpPr>
        <p:spPr>
          <a:xfrm>
            <a:off x="5242034" y="5288049"/>
            <a:ext cx="619125" cy="5810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BDE360-E647-EA46-CA36-7F9826FF1A0E}"/>
              </a:ext>
            </a:extLst>
          </p:cNvPr>
          <p:cNvSpPr/>
          <p:nvPr/>
        </p:nvSpPr>
        <p:spPr>
          <a:xfrm>
            <a:off x="5242034" y="3113539"/>
            <a:ext cx="619125" cy="45719"/>
          </a:xfrm>
          <a:prstGeom prst="rect">
            <a:avLst/>
          </a:prstGeom>
          <a:solidFill>
            <a:srgbClr val="198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A800C8D-11A7-4988-4017-6CBA42FA2B18}"/>
              </a:ext>
            </a:extLst>
          </p:cNvPr>
          <p:cNvSpPr/>
          <p:nvPr/>
        </p:nvSpPr>
        <p:spPr>
          <a:xfrm>
            <a:off x="5980221" y="3072012"/>
            <a:ext cx="619125" cy="88219"/>
          </a:xfrm>
          <a:prstGeom prst="rect">
            <a:avLst/>
          </a:prstGeom>
          <a:solidFill>
            <a:srgbClr val="198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C79FB53-38FD-2EF6-3083-1372EF376466}"/>
              </a:ext>
            </a:extLst>
          </p:cNvPr>
          <p:cNvSpPr/>
          <p:nvPr/>
        </p:nvSpPr>
        <p:spPr>
          <a:xfrm>
            <a:off x="6718410" y="3005337"/>
            <a:ext cx="619125" cy="153921"/>
          </a:xfrm>
          <a:prstGeom prst="rect">
            <a:avLst/>
          </a:prstGeom>
          <a:solidFill>
            <a:srgbClr val="198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E3CEF48-D5DE-966F-1B5C-D4E893331961}"/>
              </a:ext>
            </a:extLst>
          </p:cNvPr>
          <p:cNvSpPr/>
          <p:nvPr/>
        </p:nvSpPr>
        <p:spPr>
          <a:xfrm>
            <a:off x="7456598" y="2933901"/>
            <a:ext cx="619126" cy="224196"/>
          </a:xfrm>
          <a:prstGeom prst="rect">
            <a:avLst/>
          </a:prstGeom>
          <a:solidFill>
            <a:srgbClr val="198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A783186-4C87-9183-1AFE-673EEFF5E662}"/>
              </a:ext>
            </a:extLst>
          </p:cNvPr>
          <p:cNvSpPr/>
          <p:nvPr/>
        </p:nvSpPr>
        <p:spPr>
          <a:xfrm>
            <a:off x="8194786" y="2838651"/>
            <a:ext cx="619125" cy="319446"/>
          </a:xfrm>
          <a:prstGeom prst="rect">
            <a:avLst/>
          </a:prstGeom>
          <a:solidFill>
            <a:srgbClr val="198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FF20D7F-DD43-A803-E160-D986B54FADC5}"/>
              </a:ext>
            </a:extLst>
          </p:cNvPr>
          <p:cNvSpPr/>
          <p:nvPr/>
        </p:nvSpPr>
        <p:spPr>
          <a:xfrm>
            <a:off x="8932974" y="2775153"/>
            <a:ext cx="608966" cy="374811"/>
          </a:xfrm>
          <a:prstGeom prst="rect">
            <a:avLst/>
          </a:prstGeom>
          <a:solidFill>
            <a:srgbClr val="198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807B970-6617-0E9E-4CB9-69D0AC762091}"/>
              </a:ext>
            </a:extLst>
          </p:cNvPr>
          <p:cNvSpPr/>
          <p:nvPr/>
        </p:nvSpPr>
        <p:spPr>
          <a:xfrm>
            <a:off x="10409350" y="3933627"/>
            <a:ext cx="619125" cy="5810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2055D98-937F-9465-6C50-40DD24E57B6F}"/>
              </a:ext>
            </a:extLst>
          </p:cNvPr>
          <p:cNvSpPr/>
          <p:nvPr/>
        </p:nvSpPr>
        <p:spPr>
          <a:xfrm>
            <a:off x="5242034" y="4470095"/>
            <a:ext cx="619125" cy="45719"/>
          </a:xfrm>
          <a:prstGeom prst="rect">
            <a:avLst/>
          </a:prstGeom>
          <a:solidFill>
            <a:srgbClr val="198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FC28AB5-0538-0281-760E-E7DB9966F0FC}"/>
              </a:ext>
            </a:extLst>
          </p:cNvPr>
          <p:cNvSpPr/>
          <p:nvPr/>
        </p:nvSpPr>
        <p:spPr>
          <a:xfrm>
            <a:off x="5980221" y="4428568"/>
            <a:ext cx="619125" cy="88219"/>
          </a:xfrm>
          <a:prstGeom prst="rect">
            <a:avLst/>
          </a:prstGeom>
          <a:solidFill>
            <a:srgbClr val="198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CEAEB01-FBF4-F665-46D5-3F22391C8868}"/>
              </a:ext>
            </a:extLst>
          </p:cNvPr>
          <p:cNvSpPr/>
          <p:nvPr/>
        </p:nvSpPr>
        <p:spPr>
          <a:xfrm>
            <a:off x="6718410" y="4361893"/>
            <a:ext cx="619125" cy="153921"/>
          </a:xfrm>
          <a:prstGeom prst="rect">
            <a:avLst/>
          </a:prstGeom>
          <a:solidFill>
            <a:srgbClr val="198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C6A3E22-4672-805D-5D98-B54A5E709FCE}"/>
              </a:ext>
            </a:extLst>
          </p:cNvPr>
          <p:cNvSpPr/>
          <p:nvPr/>
        </p:nvSpPr>
        <p:spPr>
          <a:xfrm>
            <a:off x="7456598" y="4290457"/>
            <a:ext cx="619125" cy="224196"/>
          </a:xfrm>
          <a:prstGeom prst="rect">
            <a:avLst/>
          </a:prstGeom>
          <a:solidFill>
            <a:srgbClr val="198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4A78807-DCD6-F304-F84E-1CC21349BBA7}"/>
              </a:ext>
            </a:extLst>
          </p:cNvPr>
          <p:cNvSpPr/>
          <p:nvPr/>
        </p:nvSpPr>
        <p:spPr>
          <a:xfrm>
            <a:off x="8194786" y="4195207"/>
            <a:ext cx="619125" cy="319446"/>
          </a:xfrm>
          <a:prstGeom prst="rect">
            <a:avLst/>
          </a:prstGeom>
          <a:solidFill>
            <a:srgbClr val="198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4C3A32B-224F-09E5-791C-3B27F37DE915}"/>
              </a:ext>
            </a:extLst>
          </p:cNvPr>
          <p:cNvSpPr/>
          <p:nvPr/>
        </p:nvSpPr>
        <p:spPr>
          <a:xfrm>
            <a:off x="8932974" y="4120593"/>
            <a:ext cx="619125" cy="394059"/>
          </a:xfrm>
          <a:prstGeom prst="rect">
            <a:avLst/>
          </a:prstGeom>
          <a:solidFill>
            <a:srgbClr val="198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D21CB61-7ED8-422B-C1B4-76C10E6E646E}"/>
              </a:ext>
            </a:extLst>
          </p:cNvPr>
          <p:cNvSpPr/>
          <p:nvPr/>
        </p:nvSpPr>
        <p:spPr>
          <a:xfrm>
            <a:off x="9671162" y="4044393"/>
            <a:ext cx="619125" cy="470259"/>
          </a:xfrm>
          <a:prstGeom prst="rect">
            <a:avLst/>
          </a:prstGeom>
          <a:solidFill>
            <a:srgbClr val="198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F6A1024-A228-BD60-B89C-C42FF4A42B24}"/>
              </a:ext>
            </a:extLst>
          </p:cNvPr>
          <p:cNvGrpSpPr/>
          <p:nvPr/>
        </p:nvGrpSpPr>
        <p:grpSpPr>
          <a:xfrm>
            <a:off x="6718408" y="5294621"/>
            <a:ext cx="619125" cy="581025"/>
            <a:chOff x="7155321" y="6067887"/>
            <a:chExt cx="619125" cy="581025"/>
          </a:xfrm>
        </p:grpSpPr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D6CAE37E-87E3-749B-33EC-D9654C67A6A8}"/>
                </a:ext>
              </a:extLst>
            </p:cNvPr>
            <p:cNvSpPr/>
            <p:nvPr/>
          </p:nvSpPr>
          <p:spPr>
            <a:xfrm>
              <a:off x="7155321" y="6178653"/>
              <a:ext cx="619125" cy="470259"/>
            </a:xfrm>
            <a:prstGeom prst="rect">
              <a:avLst/>
            </a:prstGeom>
            <a:solidFill>
              <a:srgbClr val="198FA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82D3663F-7B6A-2015-678E-F03884579831}"/>
                </a:ext>
              </a:extLst>
            </p:cNvPr>
            <p:cNvSpPr/>
            <p:nvPr/>
          </p:nvSpPr>
          <p:spPr>
            <a:xfrm>
              <a:off x="7155321" y="6067887"/>
              <a:ext cx="619125" cy="581025"/>
            </a:xfrm>
            <a:prstGeom prst="rect">
              <a:avLst/>
            </a:prstGeom>
            <a:solidFill>
              <a:schemeClr val="bg1">
                <a:alpha val="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90CA8A79-6813-5B40-70EE-39185B867959}"/>
              </a:ext>
            </a:extLst>
          </p:cNvPr>
          <p:cNvSpPr txBox="1"/>
          <p:nvPr/>
        </p:nvSpPr>
        <p:spPr>
          <a:xfrm>
            <a:off x="3060257" y="5284216"/>
            <a:ext cx="1685104" cy="400110"/>
          </a:xfrm>
          <a:prstGeom prst="rect">
            <a:avLst/>
          </a:prstGeom>
          <a:noFill/>
          <a:ln w="15875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+mj-lt"/>
                <a:ea typeface="Gadugi" panose="020B0502040204020203" pitchFamily="34" charset="0"/>
              </a:rPr>
              <a:t>Cage controls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2C733CC-4BAD-E93A-1FA0-F2EF8C75FA98}"/>
              </a:ext>
            </a:extLst>
          </p:cNvPr>
          <p:cNvSpPr txBox="1"/>
          <p:nvPr/>
        </p:nvSpPr>
        <p:spPr>
          <a:xfrm>
            <a:off x="6598045" y="5869073"/>
            <a:ext cx="11305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  <a:ea typeface="Gadugi" panose="020B0502040204020203" pitchFamily="34" charset="0"/>
              </a:rPr>
              <a:t>Drift only;</a:t>
            </a:r>
          </a:p>
          <a:p>
            <a:r>
              <a:rPr lang="en-US" sz="1400" dirty="0">
                <a:latin typeface="+mj-lt"/>
                <a:ea typeface="Gadugi" panose="020B0502040204020203" pitchFamily="34" charset="0"/>
              </a:rPr>
              <a:t>no Kelp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7863959-39BF-D1DA-03A4-57E9FE59981D}"/>
              </a:ext>
            </a:extLst>
          </p:cNvPr>
          <p:cNvSpPr txBox="1"/>
          <p:nvPr/>
        </p:nvSpPr>
        <p:spPr>
          <a:xfrm>
            <a:off x="7362566" y="5875646"/>
            <a:ext cx="15674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  <a:ea typeface="Gadugi" panose="020B0502040204020203" pitchFamily="34" charset="0"/>
              </a:rPr>
              <a:t>Urchins only;</a:t>
            </a:r>
          </a:p>
          <a:p>
            <a:r>
              <a:rPr lang="en-US" sz="1400" dirty="0">
                <a:latin typeface="+mj-lt"/>
                <a:ea typeface="Gadugi" panose="020B0502040204020203" pitchFamily="34" charset="0"/>
              </a:rPr>
              <a:t>no kelp/drift</a:t>
            </a:r>
            <a:endParaRPr lang="en-US" sz="2000" dirty="0">
              <a:latin typeface="+mj-lt"/>
              <a:ea typeface="Gadugi" panose="020B0502040204020203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AF897BA-5AA4-4FB4-E079-2E5CD9EF1E04}"/>
              </a:ext>
            </a:extLst>
          </p:cNvPr>
          <p:cNvSpPr txBox="1"/>
          <p:nvPr/>
        </p:nvSpPr>
        <p:spPr>
          <a:xfrm>
            <a:off x="5858557" y="5875646"/>
            <a:ext cx="11305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  <a:ea typeface="Gadugi" panose="020B0502040204020203" pitchFamily="34" charset="0"/>
              </a:rPr>
              <a:t>High only;</a:t>
            </a:r>
          </a:p>
          <a:p>
            <a:r>
              <a:rPr lang="en-US" sz="1400" dirty="0">
                <a:latin typeface="+mj-lt"/>
                <a:ea typeface="Gadugi" panose="020B0502040204020203" pitchFamily="34" charset="0"/>
              </a:rPr>
              <a:t>no drift</a:t>
            </a:r>
            <a:endParaRPr lang="en-US" sz="2000" dirty="0">
              <a:latin typeface="+mj-lt"/>
              <a:ea typeface="Gadugi" panose="020B0502040204020203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F99AA7E-A639-B221-93DE-90330C46D365}"/>
              </a:ext>
            </a:extLst>
          </p:cNvPr>
          <p:cNvSpPr txBox="1"/>
          <p:nvPr/>
        </p:nvSpPr>
        <p:spPr>
          <a:xfrm>
            <a:off x="5117767" y="5875646"/>
            <a:ext cx="11305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  <a:ea typeface="Gadugi" panose="020B0502040204020203" pitchFamily="34" charset="0"/>
              </a:rPr>
              <a:t>Low only;</a:t>
            </a:r>
          </a:p>
          <a:p>
            <a:r>
              <a:rPr lang="en-US" sz="1400" dirty="0">
                <a:latin typeface="+mj-lt"/>
                <a:ea typeface="Gadugi" panose="020B0502040204020203" pitchFamily="34" charset="0"/>
              </a:rPr>
              <a:t>no drift</a:t>
            </a:r>
            <a:endParaRPr lang="en-US" sz="2000" dirty="0">
              <a:latin typeface="+mj-lt"/>
              <a:ea typeface="Gadugi" panose="020B0502040204020203" pitchFamily="34" charset="0"/>
            </a:endParaRPr>
          </a:p>
        </p:txBody>
      </p:sp>
      <p:pic>
        <p:nvPicPr>
          <p:cNvPr id="88" name="Picture 87">
            <a:extLst>
              <a:ext uri="{FF2B5EF4-FFF2-40B4-BE49-F238E27FC236}">
                <a16:creationId xmlns:a16="http://schemas.microsoft.com/office/drawing/2014/main" id="{24A5D938-37B4-8339-4457-38A00E5AAD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7215" y1="84517" x2="47215" y2="84517"/>
                        <a14:foregroundMark x1="45036" y1="83971" x2="45036" y2="83971"/>
                        <a14:foregroundMark x1="53753" y1="83607" x2="53753" y2="83607"/>
                        <a14:foregroundMark x1="54722" y1="84517" x2="54722" y2="84517"/>
                        <a14:foregroundMark x1="56416" y1="84153" x2="56416" y2="84153"/>
                        <a14:foregroundMark x1="53269" y1="86157" x2="53269" y2="86157"/>
                        <a14:foregroundMark x1="43584" y1="83789" x2="43584" y2="83789"/>
                        <a14:foregroundMark x1="44310" y1="85246" x2="44310" y2="85246"/>
                        <a14:foregroundMark x1="46005" y1="85246" x2="46005" y2="85246"/>
                        <a14:foregroundMark x1="43099" y1="85974" x2="43099" y2="85974"/>
                        <a14:foregroundMark x1="42131" y1="85064" x2="42131" y2="85064"/>
                        <a14:foregroundMark x1="52058" y1="84517" x2="52058" y2="84517"/>
                        <a14:foregroundMark x1="49879" y1="84153" x2="49879" y2="84153"/>
                        <a14:foregroundMark x1="51574" y1="84153" x2="51574" y2="84153"/>
                        <a14:foregroundMark x1="52058" y1="84699" x2="52058" y2="84699"/>
                        <a14:foregroundMark x1="51816" y1="84335" x2="51816" y2="84335"/>
                        <a14:foregroundMark x1="52058" y1="84517" x2="52058" y2="84517"/>
                        <a14:foregroundMark x1="52300" y1="84335" x2="52300" y2="84335"/>
                        <a14:foregroundMark x1="51816" y1="84517" x2="51816" y2="84517"/>
                        <a14:foregroundMark x1="51574" y1="84517" x2="52058" y2="84517"/>
                        <a14:foregroundMark x1="52542" y1="84517" x2="52542" y2="84517"/>
                        <a14:foregroundMark x1="49395" y1="84517" x2="49395" y2="84517"/>
                        <a14:foregroundMark x1="49395" y1="84517" x2="49395" y2="84517"/>
                        <a14:foregroundMark x1="49395" y1="84517" x2="49395" y2="84517"/>
                        <a14:foregroundMark x1="49395" y1="84517" x2="49395" y2="84517"/>
                        <a14:foregroundMark x1="49395" y1="84699" x2="50605" y2="84699"/>
                        <a14:foregroundMark x1="44794" y1="84699" x2="46005" y2="84882"/>
                        <a14:backgroundMark x1="41646" y1="34426" x2="41646" y2="34426"/>
                        <a14:backgroundMark x1="51574" y1="31512" x2="51574" y2="31512"/>
                        <a14:backgroundMark x1="54479" y1="29872" x2="54479" y2="29872"/>
                        <a14:backgroundMark x1="48910" y1="27687" x2="48910" y2="27687"/>
                        <a14:backgroundMark x1="39952" y1="19672" x2="39952" y2="19672"/>
                        <a14:backgroundMark x1="58596" y1="31148" x2="58596" y2="31148"/>
                        <a14:backgroundMark x1="59564" y1="25137" x2="59564" y2="25137"/>
                        <a14:backgroundMark x1="51574" y1="40801" x2="51574" y2="40801"/>
                        <a14:backgroundMark x1="50121" y1="39344" x2="50121" y2="39344"/>
                        <a14:backgroundMark x1="53027" y1="37705" x2="53027" y2="37705"/>
                        <a14:backgroundMark x1="46489" y1="43898" x2="46489" y2="43898"/>
                        <a14:backgroundMark x1="49637" y1="42987" x2="49637" y2="42987"/>
                        <a14:backgroundMark x1="44552" y1="48998" x2="44552" y2="48998"/>
                        <a14:backgroundMark x1="47700" y1="47541" x2="47700" y2="47541"/>
                        <a14:backgroundMark x1="47215" y1="48452" x2="47215" y2="48452"/>
                        <a14:backgroundMark x1="47215" y1="48998" x2="47215" y2="48998"/>
                        <a14:backgroundMark x1="48184" y1="45537" x2="48184" y2="45537"/>
                        <a14:backgroundMark x1="51090" y1="54645" x2="51090" y2="54645"/>
                        <a14:backgroundMark x1="49153" y1="59199" x2="49153" y2="59199"/>
                        <a14:backgroundMark x1="46247" y1="58106" x2="46247" y2="58106"/>
                        <a14:backgroundMark x1="46005" y1="57195" x2="46005" y2="57195"/>
                        <a14:backgroundMark x1="45278" y1="56102" x2="45278" y2="56102"/>
                        <a14:backgroundMark x1="56416" y1="56466" x2="56416" y2="56466"/>
                        <a14:backgroundMark x1="51574" y1="73224" x2="51574" y2="73224"/>
                        <a14:backgroundMark x1="51574" y1="68306" x2="51574" y2="68306"/>
                        <a14:backgroundMark x1="48426" y1="73588" x2="48426" y2="73588"/>
                        <a14:backgroundMark x1="50847" y1="70492" x2="50847" y2="7049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117767" y="3996964"/>
            <a:ext cx="437092" cy="581025"/>
          </a:xfrm>
          <a:prstGeom prst="rect">
            <a:avLst/>
          </a:prstGeom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67E4D393-1B43-4892-C1D1-5F7F7A8A58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7215" y1="84517" x2="47215" y2="84517"/>
                        <a14:foregroundMark x1="45036" y1="83971" x2="45036" y2="83971"/>
                        <a14:foregroundMark x1="53753" y1="83607" x2="53753" y2="83607"/>
                        <a14:foregroundMark x1="54722" y1="84517" x2="54722" y2="84517"/>
                        <a14:foregroundMark x1="56416" y1="84153" x2="56416" y2="84153"/>
                        <a14:foregroundMark x1="53269" y1="86157" x2="53269" y2="86157"/>
                        <a14:foregroundMark x1="43584" y1="83789" x2="43584" y2="83789"/>
                        <a14:foregroundMark x1="44310" y1="85246" x2="44310" y2="85246"/>
                        <a14:foregroundMark x1="46005" y1="85246" x2="46005" y2="85246"/>
                        <a14:foregroundMark x1="43099" y1="85974" x2="43099" y2="85974"/>
                        <a14:foregroundMark x1="42131" y1="85064" x2="42131" y2="85064"/>
                        <a14:foregroundMark x1="52058" y1="84517" x2="52058" y2="84517"/>
                        <a14:foregroundMark x1="49879" y1="84153" x2="49879" y2="84153"/>
                        <a14:foregroundMark x1="51574" y1="84153" x2="51574" y2="84153"/>
                        <a14:foregroundMark x1="52058" y1="84699" x2="52058" y2="84699"/>
                        <a14:foregroundMark x1="51816" y1="84335" x2="51816" y2="84335"/>
                        <a14:foregroundMark x1="52058" y1="84517" x2="52058" y2="84517"/>
                        <a14:foregroundMark x1="52300" y1="84335" x2="52300" y2="84335"/>
                        <a14:foregroundMark x1="51816" y1="84517" x2="51816" y2="84517"/>
                        <a14:foregroundMark x1="51574" y1="84517" x2="52058" y2="84517"/>
                        <a14:foregroundMark x1="52542" y1="84517" x2="52542" y2="84517"/>
                        <a14:foregroundMark x1="49395" y1="84517" x2="49395" y2="84517"/>
                        <a14:foregroundMark x1="49395" y1="84517" x2="49395" y2="84517"/>
                        <a14:foregroundMark x1="49395" y1="84517" x2="49395" y2="84517"/>
                        <a14:foregroundMark x1="49395" y1="84517" x2="49395" y2="84517"/>
                        <a14:foregroundMark x1="49395" y1="84699" x2="50605" y2="84699"/>
                        <a14:foregroundMark x1="44794" y1="84699" x2="46005" y2="84882"/>
                        <a14:backgroundMark x1="41646" y1="34426" x2="41646" y2="34426"/>
                        <a14:backgroundMark x1="51574" y1="31512" x2="51574" y2="31512"/>
                        <a14:backgroundMark x1="54479" y1="29872" x2="54479" y2="29872"/>
                        <a14:backgroundMark x1="48910" y1="27687" x2="48910" y2="27687"/>
                        <a14:backgroundMark x1="39952" y1="19672" x2="39952" y2="19672"/>
                        <a14:backgroundMark x1="58596" y1="31148" x2="58596" y2="31148"/>
                        <a14:backgroundMark x1="59564" y1="25137" x2="59564" y2="25137"/>
                        <a14:backgroundMark x1="51574" y1="40801" x2="51574" y2="40801"/>
                        <a14:backgroundMark x1="50121" y1="39344" x2="50121" y2="39344"/>
                        <a14:backgroundMark x1="53027" y1="37705" x2="53027" y2="37705"/>
                        <a14:backgroundMark x1="46489" y1="43898" x2="46489" y2="43898"/>
                        <a14:backgroundMark x1="49637" y1="42987" x2="49637" y2="42987"/>
                        <a14:backgroundMark x1="44552" y1="48998" x2="44552" y2="48998"/>
                        <a14:backgroundMark x1="47700" y1="47541" x2="47700" y2="47541"/>
                        <a14:backgroundMark x1="47215" y1="48452" x2="47215" y2="48452"/>
                        <a14:backgroundMark x1="47215" y1="48998" x2="47215" y2="48998"/>
                        <a14:backgroundMark x1="48184" y1="45537" x2="48184" y2="45537"/>
                        <a14:backgroundMark x1="51090" y1="54645" x2="51090" y2="54645"/>
                        <a14:backgroundMark x1="49153" y1="59199" x2="49153" y2="59199"/>
                        <a14:backgroundMark x1="46247" y1="58106" x2="46247" y2="58106"/>
                        <a14:backgroundMark x1="46005" y1="57195" x2="46005" y2="57195"/>
                        <a14:backgroundMark x1="45278" y1="56102" x2="45278" y2="56102"/>
                        <a14:backgroundMark x1="56416" y1="56466" x2="56416" y2="56466"/>
                        <a14:backgroundMark x1="51574" y1="73224" x2="51574" y2="73224"/>
                        <a14:backgroundMark x1="51574" y1="68306" x2="51574" y2="68306"/>
                        <a14:backgroundMark x1="48426" y1="73588" x2="48426" y2="73588"/>
                        <a14:backgroundMark x1="50847" y1="70492" x2="50847" y2="7049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267634" y="3996963"/>
            <a:ext cx="437092" cy="581025"/>
          </a:xfrm>
          <a:prstGeom prst="rect">
            <a:avLst/>
          </a:prstGeom>
        </p:spPr>
      </p:pic>
      <p:pic>
        <p:nvPicPr>
          <p:cNvPr id="90" name="Picture 89">
            <a:extLst>
              <a:ext uri="{FF2B5EF4-FFF2-40B4-BE49-F238E27FC236}">
                <a16:creationId xmlns:a16="http://schemas.microsoft.com/office/drawing/2014/main" id="{E6E0739C-050D-A02D-5B5E-1D6F89E01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7215" y1="84517" x2="47215" y2="84517"/>
                        <a14:foregroundMark x1="45036" y1="83971" x2="45036" y2="83971"/>
                        <a14:foregroundMark x1="53753" y1="83607" x2="53753" y2="83607"/>
                        <a14:foregroundMark x1="54722" y1="84517" x2="54722" y2="84517"/>
                        <a14:foregroundMark x1="56416" y1="84153" x2="56416" y2="84153"/>
                        <a14:foregroundMark x1="53269" y1="86157" x2="53269" y2="86157"/>
                        <a14:foregroundMark x1="43584" y1="83789" x2="43584" y2="83789"/>
                        <a14:foregroundMark x1="44310" y1="85246" x2="44310" y2="85246"/>
                        <a14:foregroundMark x1="46005" y1="85246" x2="46005" y2="85246"/>
                        <a14:foregroundMark x1="43099" y1="85974" x2="43099" y2="85974"/>
                        <a14:foregroundMark x1="42131" y1="85064" x2="42131" y2="85064"/>
                        <a14:foregroundMark x1="52058" y1="84517" x2="52058" y2="84517"/>
                        <a14:foregroundMark x1="49879" y1="84153" x2="49879" y2="84153"/>
                        <a14:foregroundMark x1="51574" y1="84153" x2="51574" y2="84153"/>
                        <a14:foregroundMark x1="52058" y1="84699" x2="52058" y2="84699"/>
                        <a14:foregroundMark x1="51816" y1="84335" x2="51816" y2="84335"/>
                        <a14:foregroundMark x1="52058" y1="84517" x2="52058" y2="84517"/>
                        <a14:foregroundMark x1="52300" y1="84335" x2="52300" y2="84335"/>
                        <a14:foregroundMark x1="51816" y1="84517" x2="51816" y2="84517"/>
                        <a14:foregroundMark x1="51574" y1="84517" x2="52058" y2="84517"/>
                        <a14:foregroundMark x1="52542" y1="84517" x2="52542" y2="84517"/>
                        <a14:foregroundMark x1="49395" y1="84517" x2="49395" y2="84517"/>
                        <a14:foregroundMark x1="49395" y1="84517" x2="49395" y2="84517"/>
                        <a14:foregroundMark x1="49395" y1="84517" x2="49395" y2="84517"/>
                        <a14:foregroundMark x1="49395" y1="84517" x2="49395" y2="84517"/>
                        <a14:foregroundMark x1="49395" y1="84699" x2="50605" y2="84699"/>
                        <a14:foregroundMark x1="44794" y1="84699" x2="46005" y2="84882"/>
                        <a14:backgroundMark x1="41646" y1="34426" x2="41646" y2="34426"/>
                        <a14:backgroundMark x1="51574" y1="31512" x2="51574" y2="31512"/>
                        <a14:backgroundMark x1="54479" y1="29872" x2="54479" y2="29872"/>
                        <a14:backgroundMark x1="48910" y1="27687" x2="48910" y2="27687"/>
                        <a14:backgroundMark x1="39952" y1="19672" x2="39952" y2="19672"/>
                        <a14:backgroundMark x1="58596" y1="31148" x2="58596" y2="31148"/>
                        <a14:backgroundMark x1="59564" y1="25137" x2="59564" y2="25137"/>
                        <a14:backgroundMark x1="51574" y1="40801" x2="51574" y2="40801"/>
                        <a14:backgroundMark x1="50121" y1="39344" x2="50121" y2="39344"/>
                        <a14:backgroundMark x1="53027" y1="37705" x2="53027" y2="37705"/>
                        <a14:backgroundMark x1="46489" y1="43898" x2="46489" y2="43898"/>
                        <a14:backgroundMark x1="49637" y1="42987" x2="49637" y2="42987"/>
                        <a14:backgroundMark x1="44552" y1="48998" x2="44552" y2="48998"/>
                        <a14:backgroundMark x1="47700" y1="47541" x2="47700" y2="47541"/>
                        <a14:backgroundMark x1="47215" y1="48452" x2="47215" y2="48452"/>
                        <a14:backgroundMark x1="47215" y1="48998" x2="47215" y2="48998"/>
                        <a14:backgroundMark x1="48184" y1="45537" x2="48184" y2="45537"/>
                        <a14:backgroundMark x1="51090" y1="54645" x2="51090" y2="54645"/>
                        <a14:backgroundMark x1="49153" y1="59199" x2="49153" y2="59199"/>
                        <a14:backgroundMark x1="46247" y1="58106" x2="46247" y2="58106"/>
                        <a14:backgroundMark x1="46005" y1="57195" x2="46005" y2="57195"/>
                        <a14:backgroundMark x1="45278" y1="56102" x2="45278" y2="56102"/>
                        <a14:backgroundMark x1="56416" y1="56466" x2="56416" y2="56466"/>
                        <a14:backgroundMark x1="51574" y1="73224" x2="51574" y2="73224"/>
                        <a14:backgroundMark x1="51574" y1="68306" x2="51574" y2="68306"/>
                        <a14:backgroundMark x1="48426" y1="73588" x2="48426" y2="73588"/>
                        <a14:backgroundMark x1="50847" y1="70492" x2="50847" y2="7049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403594" y="3995331"/>
            <a:ext cx="437092" cy="581025"/>
          </a:xfrm>
          <a:prstGeom prst="rect">
            <a:avLst/>
          </a:prstGeom>
        </p:spPr>
      </p:pic>
      <p:pic>
        <p:nvPicPr>
          <p:cNvPr id="91" name="Picture 90">
            <a:extLst>
              <a:ext uri="{FF2B5EF4-FFF2-40B4-BE49-F238E27FC236}">
                <a16:creationId xmlns:a16="http://schemas.microsoft.com/office/drawing/2014/main" id="{0A32E19A-4B27-5A59-CA97-32083A5863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7215" y1="84517" x2="47215" y2="84517"/>
                        <a14:foregroundMark x1="45036" y1="83971" x2="45036" y2="83971"/>
                        <a14:foregroundMark x1="53753" y1="83607" x2="53753" y2="83607"/>
                        <a14:foregroundMark x1="54722" y1="84517" x2="54722" y2="84517"/>
                        <a14:foregroundMark x1="56416" y1="84153" x2="56416" y2="84153"/>
                        <a14:foregroundMark x1="53269" y1="86157" x2="53269" y2="86157"/>
                        <a14:foregroundMark x1="43584" y1="83789" x2="43584" y2="83789"/>
                        <a14:foregroundMark x1="44310" y1="85246" x2="44310" y2="85246"/>
                        <a14:foregroundMark x1="46005" y1="85246" x2="46005" y2="85246"/>
                        <a14:foregroundMark x1="43099" y1="85974" x2="43099" y2="85974"/>
                        <a14:foregroundMark x1="42131" y1="85064" x2="42131" y2="85064"/>
                        <a14:foregroundMark x1="52058" y1="84517" x2="52058" y2="84517"/>
                        <a14:foregroundMark x1="49879" y1="84153" x2="49879" y2="84153"/>
                        <a14:foregroundMark x1="51574" y1="84153" x2="51574" y2="84153"/>
                        <a14:foregroundMark x1="52058" y1="84699" x2="52058" y2="84699"/>
                        <a14:foregroundMark x1="51816" y1="84335" x2="51816" y2="84335"/>
                        <a14:foregroundMark x1="52058" y1="84517" x2="52058" y2="84517"/>
                        <a14:foregroundMark x1="52300" y1="84335" x2="52300" y2="84335"/>
                        <a14:foregroundMark x1="51816" y1="84517" x2="51816" y2="84517"/>
                        <a14:foregroundMark x1="51574" y1="84517" x2="52058" y2="84517"/>
                        <a14:foregroundMark x1="52542" y1="84517" x2="52542" y2="84517"/>
                        <a14:foregroundMark x1="49395" y1="84517" x2="49395" y2="84517"/>
                        <a14:foregroundMark x1="49395" y1="84517" x2="49395" y2="84517"/>
                        <a14:foregroundMark x1="49395" y1="84517" x2="49395" y2="84517"/>
                        <a14:foregroundMark x1="49395" y1="84517" x2="49395" y2="84517"/>
                        <a14:foregroundMark x1="49395" y1="84699" x2="50605" y2="84699"/>
                        <a14:foregroundMark x1="44794" y1="84699" x2="46005" y2="84882"/>
                        <a14:backgroundMark x1="41646" y1="34426" x2="41646" y2="34426"/>
                        <a14:backgroundMark x1="51574" y1="31512" x2="51574" y2="31512"/>
                        <a14:backgroundMark x1="54479" y1="29872" x2="54479" y2="29872"/>
                        <a14:backgroundMark x1="48910" y1="27687" x2="48910" y2="27687"/>
                        <a14:backgroundMark x1="39952" y1="19672" x2="39952" y2="19672"/>
                        <a14:backgroundMark x1="58596" y1="31148" x2="58596" y2="31148"/>
                        <a14:backgroundMark x1="59564" y1="25137" x2="59564" y2="25137"/>
                        <a14:backgroundMark x1="51574" y1="40801" x2="51574" y2="40801"/>
                        <a14:backgroundMark x1="50121" y1="39344" x2="50121" y2="39344"/>
                        <a14:backgroundMark x1="53027" y1="37705" x2="53027" y2="37705"/>
                        <a14:backgroundMark x1="46489" y1="43898" x2="46489" y2="43898"/>
                        <a14:backgroundMark x1="49637" y1="42987" x2="49637" y2="42987"/>
                        <a14:backgroundMark x1="44552" y1="48998" x2="44552" y2="48998"/>
                        <a14:backgroundMark x1="47700" y1="47541" x2="47700" y2="47541"/>
                        <a14:backgroundMark x1="47215" y1="48452" x2="47215" y2="48452"/>
                        <a14:backgroundMark x1="47215" y1="48998" x2="47215" y2="48998"/>
                        <a14:backgroundMark x1="48184" y1="45537" x2="48184" y2="45537"/>
                        <a14:backgroundMark x1="51090" y1="54645" x2="51090" y2="54645"/>
                        <a14:backgroundMark x1="49153" y1="59199" x2="49153" y2="59199"/>
                        <a14:backgroundMark x1="46247" y1="58106" x2="46247" y2="58106"/>
                        <a14:backgroundMark x1="46005" y1="57195" x2="46005" y2="57195"/>
                        <a14:backgroundMark x1="45278" y1="56102" x2="45278" y2="56102"/>
                        <a14:backgroundMark x1="56416" y1="56466" x2="56416" y2="56466"/>
                        <a14:backgroundMark x1="51574" y1="73224" x2="51574" y2="73224"/>
                        <a14:backgroundMark x1="51574" y1="68306" x2="51574" y2="68306"/>
                        <a14:backgroundMark x1="48426" y1="73588" x2="48426" y2="73588"/>
                        <a14:backgroundMark x1="50847" y1="70492" x2="50847" y2="7049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539697" y="3999705"/>
            <a:ext cx="437092" cy="581025"/>
          </a:xfrm>
          <a:prstGeom prst="rect">
            <a:avLst/>
          </a:prstGeom>
        </p:spPr>
      </p:pic>
      <p:pic>
        <p:nvPicPr>
          <p:cNvPr id="92" name="Picture 91" descr="A close up of an animal&#10;&#10;Description automatically generated">
            <a:extLst>
              <a:ext uri="{FF2B5EF4-FFF2-40B4-BE49-F238E27FC236}">
                <a16:creationId xmlns:a16="http://schemas.microsoft.com/office/drawing/2014/main" id="{42636DC9-64FC-7936-5FF9-85A937BBB6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977" b="92691" l="10000" r="90000">
                        <a14:foregroundMark x1="21000" y1="30510" x2="21000" y2="30510"/>
                        <a14:foregroundMark x1="19500" y1="29466" x2="19500" y2="29466"/>
                        <a14:foregroundMark x1="19833" y1="35267" x2="19833" y2="35267"/>
                        <a14:foregroundMark x1="16750" y1="39443" x2="16750" y2="39443"/>
                        <a14:foregroundMark x1="16750" y1="43155" x2="16750" y2="43155"/>
                        <a14:foregroundMark x1="16250" y1="48840" x2="16250" y2="48840"/>
                        <a14:foregroundMark x1="16250" y1="49420" x2="16250" y2="49420"/>
                        <a14:foregroundMark x1="16750" y1="58005" x2="16750" y2="58005"/>
                        <a14:foregroundMark x1="15417" y1="63109" x2="15417" y2="63109"/>
                        <a14:foregroundMark x1="41333" y1="91415" x2="41333" y2="91415"/>
                        <a14:foregroundMark x1="52333" y1="92459" x2="52333" y2="92459"/>
                        <a14:foregroundMark x1="54750" y1="92691" x2="54750" y2="92691"/>
                        <a14:foregroundMark x1="82500" y1="68097" x2="82500" y2="68097"/>
                        <a14:foregroundMark x1="72333" y1="25754" x2="72333" y2="25754"/>
                        <a14:foregroundMark x1="62417" y1="17633" x2="62417" y2="17633"/>
                        <a14:backgroundMark x1="70667" y1="29350" x2="70667" y2="29350"/>
                        <a14:backgroundMark x1="63500" y1="21114" x2="63500" y2="2111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0829" y="4227846"/>
            <a:ext cx="417733" cy="30007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B8BA532-96D5-F091-0812-F140E9AE31BB}"/>
              </a:ext>
            </a:extLst>
          </p:cNvPr>
          <p:cNvSpPr/>
          <p:nvPr/>
        </p:nvSpPr>
        <p:spPr>
          <a:xfrm>
            <a:off x="6718410" y="2577071"/>
            <a:ext cx="619125" cy="58102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79CD340-1BC8-A87E-7A6E-8991FCAFF4FF}"/>
              </a:ext>
            </a:extLst>
          </p:cNvPr>
          <p:cNvSpPr/>
          <p:nvPr/>
        </p:nvSpPr>
        <p:spPr>
          <a:xfrm>
            <a:off x="7456598" y="2577072"/>
            <a:ext cx="619125" cy="58102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B96E910-EE77-F25D-A8BD-6477069169B7}"/>
              </a:ext>
            </a:extLst>
          </p:cNvPr>
          <p:cNvSpPr/>
          <p:nvPr/>
        </p:nvSpPr>
        <p:spPr>
          <a:xfrm>
            <a:off x="8194786" y="2577074"/>
            <a:ext cx="619125" cy="58102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ECC9874-0AE9-E850-3F4B-2B3E8B31CA56}"/>
              </a:ext>
            </a:extLst>
          </p:cNvPr>
          <p:cNvSpPr/>
          <p:nvPr/>
        </p:nvSpPr>
        <p:spPr>
          <a:xfrm>
            <a:off x="5980222" y="3933628"/>
            <a:ext cx="619125" cy="58102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744C117-9D69-B27B-7FFA-14FE1C12204D}"/>
              </a:ext>
            </a:extLst>
          </p:cNvPr>
          <p:cNvSpPr/>
          <p:nvPr/>
        </p:nvSpPr>
        <p:spPr>
          <a:xfrm>
            <a:off x="6718410" y="3933627"/>
            <a:ext cx="619125" cy="58102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C8F4E0E-313C-B345-BC1B-144C1BE4AFAC}"/>
              </a:ext>
            </a:extLst>
          </p:cNvPr>
          <p:cNvSpPr/>
          <p:nvPr/>
        </p:nvSpPr>
        <p:spPr>
          <a:xfrm>
            <a:off x="7456598" y="3933628"/>
            <a:ext cx="619125" cy="58102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E61FED0-1E1E-5A89-05FE-FE04566A0AFD}"/>
              </a:ext>
            </a:extLst>
          </p:cNvPr>
          <p:cNvSpPr/>
          <p:nvPr/>
        </p:nvSpPr>
        <p:spPr>
          <a:xfrm>
            <a:off x="8194786" y="3933630"/>
            <a:ext cx="619125" cy="58102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96A8E1B-5BC7-4E88-F42D-EF52A8BF02C8}"/>
              </a:ext>
            </a:extLst>
          </p:cNvPr>
          <p:cNvSpPr/>
          <p:nvPr/>
        </p:nvSpPr>
        <p:spPr>
          <a:xfrm>
            <a:off x="8932974" y="3933628"/>
            <a:ext cx="619125" cy="58102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9477F8B-60CC-72CF-6379-BDC1ED414B31}"/>
              </a:ext>
            </a:extLst>
          </p:cNvPr>
          <p:cNvSpPr/>
          <p:nvPr/>
        </p:nvSpPr>
        <p:spPr>
          <a:xfrm>
            <a:off x="9671162" y="3933628"/>
            <a:ext cx="619125" cy="58102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C12226AA-4A93-0BF4-F681-4C280C2E27CF}"/>
              </a:ext>
            </a:extLst>
          </p:cNvPr>
          <p:cNvGrpSpPr/>
          <p:nvPr/>
        </p:nvGrpSpPr>
        <p:grpSpPr>
          <a:xfrm>
            <a:off x="5174753" y="2645283"/>
            <a:ext cx="699984" cy="581025"/>
            <a:chOff x="3527452" y="2191583"/>
            <a:chExt cx="699984" cy="581025"/>
          </a:xfrm>
          <a:solidFill>
            <a:schemeClr val="bg1">
              <a:alpha val="0"/>
            </a:schemeClr>
          </a:solidFill>
        </p:grpSpPr>
        <p:pic>
          <p:nvPicPr>
            <p:cNvPr id="77" name="Picture 76" descr="A close up of an animal&#10;&#10;Description automatically generated">
              <a:extLst>
                <a:ext uri="{FF2B5EF4-FFF2-40B4-BE49-F238E27FC236}">
                  <a16:creationId xmlns:a16="http://schemas.microsoft.com/office/drawing/2014/main" id="{F3C6F5E5-C0DC-2EA3-C6A8-DFDD37F09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9977" b="92691" l="10000" r="90000">
                          <a14:foregroundMark x1="21000" y1="30510" x2="21000" y2="30510"/>
                          <a14:foregroundMark x1="19500" y1="29466" x2="19500" y2="29466"/>
                          <a14:foregroundMark x1="19833" y1="35267" x2="19833" y2="35267"/>
                          <a14:foregroundMark x1="16750" y1="39443" x2="16750" y2="39443"/>
                          <a14:foregroundMark x1="16750" y1="43155" x2="16750" y2="43155"/>
                          <a14:foregroundMark x1="16250" y1="48840" x2="16250" y2="48840"/>
                          <a14:foregroundMark x1="16250" y1="49420" x2="16250" y2="49420"/>
                          <a14:foregroundMark x1="16750" y1="58005" x2="16750" y2="58005"/>
                          <a14:foregroundMark x1="15417" y1="63109" x2="15417" y2="63109"/>
                          <a14:foregroundMark x1="41333" y1="91415" x2="41333" y2="91415"/>
                          <a14:foregroundMark x1="52333" y1="92459" x2="52333" y2="92459"/>
                          <a14:foregroundMark x1="54750" y1="92691" x2="54750" y2="92691"/>
                          <a14:foregroundMark x1="82500" y1="68097" x2="82500" y2="68097"/>
                          <a14:foregroundMark x1="72333" y1="25754" x2="72333" y2="25754"/>
                          <a14:foregroundMark x1="62417" y1="17633" x2="62417" y2="17633"/>
                          <a14:backgroundMark x1="70667" y1="29350" x2="70667" y2="29350"/>
                          <a14:backgroundMark x1="63500" y1="21114" x2="63500" y2="21114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9703" y="2410958"/>
              <a:ext cx="417733" cy="300072"/>
            </a:xfrm>
            <a:prstGeom prst="rect">
              <a:avLst/>
            </a:prstGeom>
            <a:grpFill/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FCB4348-E138-EBAC-5D9A-65EFDB25BE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527452" y="2191583"/>
              <a:ext cx="437092" cy="581025"/>
            </a:xfrm>
            <a:prstGeom prst="rect">
              <a:avLst/>
            </a:prstGeom>
            <a:grpFill/>
          </p:spPr>
        </p:pic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3EDD4E05-C099-F3D0-84F2-AD59E94E79DF}"/>
              </a:ext>
            </a:extLst>
          </p:cNvPr>
          <p:cNvSpPr/>
          <p:nvPr/>
        </p:nvSpPr>
        <p:spPr>
          <a:xfrm>
            <a:off x="8932974" y="2577072"/>
            <a:ext cx="619125" cy="58102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C839A8-1B05-3D96-B33A-ACF0B7B2EE23}"/>
              </a:ext>
            </a:extLst>
          </p:cNvPr>
          <p:cNvSpPr/>
          <p:nvPr/>
        </p:nvSpPr>
        <p:spPr>
          <a:xfrm>
            <a:off x="5242034" y="2577072"/>
            <a:ext cx="619125" cy="58102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84FC1CAF-9FC0-8B07-4A58-B249767679B6}"/>
              </a:ext>
            </a:extLst>
          </p:cNvPr>
          <p:cNvSpPr/>
          <p:nvPr/>
        </p:nvSpPr>
        <p:spPr>
          <a:xfrm>
            <a:off x="9671162" y="2679705"/>
            <a:ext cx="619125" cy="470259"/>
          </a:xfrm>
          <a:prstGeom prst="rect">
            <a:avLst/>
          </a:prstGeom>
          <a:solidFill>
            <a:srgbClr val="198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FF70632A-1E4E-1252-3F35-9CBA7DF2353F}"/>
              </a:ext>
            </a:extLst>
          </p:cNvPr>
          <p:cNvSpPr/>
          <p:nvPr/>
        </p:nvSpPr>
        <p:spPr>
          <a:xfrm>
            <a:off x="10409350" y="2576742"/>
            <a:ext cx="619125" cy="581025"/>
          </a:xfrm>
          <a:prstGeom prst="rect">
            <a:avLst/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27A725AA-518E-BE8F-4FDA-CDA5AF7B44D2}"/>
              </a:ext>
            </a:extLst>
          </p:cNvPr>
          <p:cNvSpPr/>
          <p:nvPr/>
        </p:nvSpPr>
        <p:spPr>
          <a:xfrm>
            <a:off x="10403980" y="3933627"/>
            <a:ext cx="619125" cy="581025"/>
          </a:xfrm>
          <a:prstGeom prst="rect">
            <a:avLst/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3D1AA-FF5E-0410-BE75-DA62A28D886D}"/>
              </a:ext>
            </a:extLst>
          </p:cNvPr>
          <p:cNvSpPr/>
          <p:nvPr/>
        </p:nvSpPr>
        <p:spPr>
          <a:xfrm>
            <a:off x="9671162" y="2577072"/>
            <a:ext cx="619125" cy="58102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3B8563F4-6CA2-4A91-6B2C-0B8AF983C435}"/>
              </a:ext>
            </a:extLst>
          </p:cNvPr>
          <p:cNvSpPr txBox="1"/>
          <p:nvPr/>
        </p:nvSpPr>
        <p:spPr>
          <a:xfrm>
            <a:off x="5151123" y="3130613"/>
            <a:ext cx="11305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  <a:ea typeface="Gadugi" panose="020B0502040204020203" pitchFamily="34" charset="0"/>
              </a:rPr>
              <a:t>10g drift</a:t>
            </a:r>
            <a:endParaRPr lang="en-US" sz="2000" dirty="0">
              <a:latin typeface="+mj-lt"/>
              <a:ea typeface="Gadugi" panose="020B0502040204020203" pitchFamily="34" charset="0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A30C8709-0F58-4335-C77A-2913CB4C9E5D}"/>
              </a:ext>
            </a:extLst>
          </p:cNvPr>
          <p:cNvSpPr txBox="1"/>
          <p:nvPr/>
        </p:nvSpPr>
        <p:spPr>
          <a:xfrm>
            <a:off x="10311466" y="3147427"/>
            <a:ext cx="11305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  <a:ea typeface="Gadugi" panose="020B0502040204020203" pitchFamily="34" charset="0"/>
              </a:rPr>
              <a:t>330g drift</a:t>
            </a:r>
            <a:endParaRPr lang="en-US" sz="2000" dirty="0">
              <a:latin typeface="+mj-lt"/>
              <a:ea typeface="Gadugi" panose="020B0502040204020203" pitchFamily="34" charset="0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E561FA1-C5D4-6E19-8723-743F773E56EA}"/>
              </a:ext>
            </a:extLst>
          </p:cNvPr>
          <p:cNvSpPr txBox="1"/>
          <p:nvPr/>
        </p:nvSpPr>
        <p:spPr>
          <a:xfrm>
            <a:off x="5132474" y="4490767"/>
            <a:ext cx="11305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  <a:ea typeface="Gadugi" panose="020B0502040204020203" pitchFamily="34" charset="0"/>
              </a:rPr>
              <a:t>10g drift</a:t>
            </a:r>
            <a:endParaRPr lang="en-US" sz="2000" dirty="0">
              <a:latin typeface="+mj-lt"/>
              <a:ea typeface="Gadugi" panose="020B0502040204020203" pitchFamily="34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C99504F-6BCA-F2E1-27F5-02177A50CCD8}"/>
              </a:ext>
            </a:extLst>
          </p:cNvPr>
          <p:cNvSpPr txBox="1"/>
          <p:nvPr/>
        </p:nvSpPr>
        <p:spPr>
          <a:xfrm>
            <a:off x="10311466" y="4481149"/>
            <a:ext cx="11305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  <a:ea typeface="Gadugi" panose="020B0502040204020203" pitchFamily="34" charset="0"/>
              </a:rPr>
              <a:t>330g drift</a:t>
            </a:r>
            <a:endParaRPr lang="en-US" sz="2000" dirty="0">
              <a:latin typeface="+mj-lt"/>
              <a:ea typeface="Gadugi" panose="020B0502040204020203" pitchFamily="34" charset="0"/>
            </a:endParaRPr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1BA6C41A-6C1B-31DB-37F1-79B27DCFE2B8}"/>
              </a:ext>
            </a:extLst>
          </p:cNvPr>
          <p:cNvGrpSpPr/>
          <p:nvPr/>
        </p:nvGrpSpPr>
        <p:grpSpPr>
          <a:xfrm>
            <a:off x="688240" y="2314536"/>
            <a:ext cx="4059872" cy="1039211"/>
            <a:chOff x="664627" y="1932842"/>
            <a:chExt cx="4059872" cy="1039211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712B2FA-D28A-5D72-2FF8-02FE037C37A1}"/>
                </a:ext>
              </a:extLst>
            </p:cNvPr>
            <p:cNvSpPr txBox="1"/>
            <p:nvPr/>
          </p:nvSpPr>
          <p:spPr>
            <a:xfrm>
              <a:off x="736707" y="2058626"/>
              <a:ext cx="290383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+mj-lt"/>
                  <a:ea typeface="Gadugi" panose="020B0502040204020203" pitchFamily="34" charset="0"/>
                </a:rPr>
                <a:t>“Low” Kelp treatments</a:t>
              </a:r>
            </a:p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One young </a:t>
              </a:r>
              <a:r>
                <a:rPr lang="en-US" sz="1400" i="1" dirty="0">
                  <a:latin typeface="+mj-lt"/>
                  <a:ea typeface="Gadugi" panose="020B0502040204020203" pitchFamily="34" charset="0"/>
                </a:rPr>
                <a:t>M. pyrifera </a:t>
              </a:r>
              <a:r>
                <a:rPr lang="en-US" sz="1400" dirty="0">
                  <a:latin typeface="+mj-lt"/>
                  <a:ea typeface="Gadugi" panose="020B0502040204020203" pitchFamily="34" charset="0"/>
                </a:rPr>
                <a:t>sporophyte</a:t>
              </a:r>
            </a:p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Wet weight biomass ranged 10—130g</a:t>
              </a:r>
            </a:p>
          </p:txBody>
        </p:sp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2012CB86-5EE2-43BB-20BB-A47E28327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802203" y="2088624"/>
              <a:ext cx="625140" cy="830997"/>
            </a:xfrm>
            <a:prstGeom prst="rect">
              <a:avLst/>
            </a:prstGeom>
          </p:spPr>
        </p:pic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A94FF56D-C372-D445-CE34-A4C42CFA3D97}"/>
                </a:ext>
              </a:extLst>
            </p:cNvPr>
            <p:cNvSpPr/>
            <p:nvPr/>
          </p:nvSpPr>
          <p:spPr>
            <a:xfrm>
              <a:off x="664627" y="1932842"/>
              <a:ext cx="4059872" cy="1039211"/>
            </a:xfrm>
            <a:prstGeom prst="rect">
              <a:avLst/>
            </a:prstGeom>
            <a:noFill/>
            <a:ln w="15875">
              <a:solidFill>
                <a:srgbClr val="99984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3" name="TextBox 92">
            <a:extLst>
              <a:ext uri="{FF2B5EF4-FFF2-40B4-BE49-F238E27FC236}">
                <a16:creationId xmlns:a16="http://schemas.microsoft.com/office/drawing/2014/main" id="{704BDA2F-9001-2FD3-C5CF-71BE48A03FDA}"/>
              </a:ext>
            </a:extLst>
          </p:cNvPr>
          <p:cNvSpPr txBox="1"/>
          <p:nvPr/>
        </p:nvSpPr>
        <p:spPr>
          <a:xfrm>
            <a:off x="762270" y="3808640"/>
            <a:ext cx="31015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+mj-lt"/>
                <a:ea typeface="Gadugi" panose="020B0502040204020203" pitchFamily="34" charset="0"/>
              </a:rPr>
              <a:t>“High” Kelp treatments</a:t>
            </a:r>
          </a:p>
          <a:p>
            <a:r>
              <a:rPr lang="en-US" sz="1400" dirty="0">
                <a:latin typeface="+mj-lt"/>
                <a:ea typeface="Gadugi" panose="020B0502040204020203" pitchFamily="34" charset="0"/>
              </a:rPr>
              <a:t>Four young </a:t>
            </a:r>
            <a:r>
              <a:rPr lang="en-US" sz="1400" i="1" dirty="0">
                <a:latin typeface="+mj-lt"/>
                <a:ea typeface="Gadugi" panose="020B0502040204020203" pitchFamily="34" charset="0"/>
              </a:rPr>
              <a:t>M. pyrifera </a:t>
            </a:r>
            <a:r>
              <a:rPr lang="en-US" sz="1400" dirty="0">
                <a:latin typeface="+mj-lt"/>
                <a:ea typeface="Gadugi" panose="020B0502040204020203" pitchFamily="34" charset="0"/>
              </a:rPr>
              <a:t>sporophytes</a:t>
            </a:r>
          </a:p>
          <a:p>
            <a:r>
              <a:rPr lang="en-US" sz="1400" dirty="0">
                <a:latin typeface="+mj-lt"/>
                <a:ea typeface="Gadugi" panose="020B0502040204020203" pitchFamily="34" charset="0"/>
              </a:rPr>
              <a:t>Wet weight biomass ranged 100—330g</a:t>
            </a:r>
          </a:p>
        </p:txBody>
      </p: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BC5A04B3-2C05-F523-5DAB-0621805B17D2}"/>
              </a:ext>
            </a:extLst>
          </p:cNvPr>
          <p:cNvGrpSpPr/>
          <p:nvPr/>
        </p:nvGrpSpPr>
        <p:grpSpPr>
          <a:xfrm>
            <a:off x="5019326" y="1010118"/>
            <a:ext cx="5711670" cy="1043283"/>
            <a:chOff x="4799971" y="854589"/>
            <a:chExt cx="5711670" cy="1043283"/>
          </a:xfrm>
        </p:grpSpPr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2806468F-0AE0-698B-56A5-2DFA7958952C}"/>
                </a:ext>
              </a:extLst>
            </p:cNvPr>
            <p:cNvSpPr txBox="1"/>
            <p:nvPr/>
          </p:nvSpPr>
          <p:spPr>
            <a:xfrm>
              <a:off x="4913119" y="990768"/>
              <a:ext cx="411794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+mj-lt"/>
                  <a:ea typeface="Gadugi" panose="020B0502040204020203" pitchFamily="34" charset="0"/>
                </a:rPr>
                <a:t>Eight levels of drift algae treatments </a:t>
              </a:r>
            </a:p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Blades of Giant Kelp (</a:t>
              </a:r>
              <a:r>
                <a:rPr lang="en-US" sz="1400" i="1" dirty="0">
                  <a:latin typeface="+mj-lt"/>
                  <a:ea typeface="Gadugi" panose="020B0502040204020203" pitchFamily="34" charset="0"/>
                </a:rPr>
                <a:t>Macrocystis pyrifera</a:t>
              </a:r>
              <a:r>
                <a:rPr lang="en-US" sz="1400" dirty="0">
                  <a:latin typeface="+mj-lt"/>
                  <a:ea typeface="Gadugi" panose="020B0502040204020203" pitchFamily="34" charset="0"/>
                </a:rPr>
                <a:t>) </a:t>
              </a:r>
            </a:p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Wet weight biomass ranged 10—330g</a:t>
              </a:r>
            </a:p>
          </p:txBody>
        </p: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160E3437-08CE-1BB7-DFE7-B61BD737E1CB}"/>
                </a:ext>
              </a:extLst>
            </p:cNvPr>
            <p:cNvGrpSpPr/>
            <p:nvPr/>
          </p:nvGrpSpPr>
          <p:grpSpPr>
            <a:xfrm>
              <a:off x="8560993" y="1043462"/>
              <a:ext cx="1950648" cy="854410"/>
              <a:chOff x="8549776" y="1043462"/>
              <a:chExt cx="1950648" cy="854410"/>
            </a:xfrm>
          </p:grpSpPr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id="{B913ED0C-DA29-57EB-AC0B-525F3AD30205}"/>
                  </a:ext>
                </a:extLst>
              </p:cNvPr>
              <p:cNvSpPr/>
              <p:nvPr/>
            </p:nvSpPr>
            <p:spPr>
              <a:xfrm>
                <a:off x="9423652" y="1043462"/>
                <a:ext cx="619125" cy="581025"/>
              </a:xfrm>
              <a:prstGeom prst="rect">
                <a:avLst/>
              </a:prstGeom>
              <a:solidFill>
                <a:srgbClr val="198FA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DFC5176C-485B-0184-F68D-26FD2454EDDC}"/>
                  </a:ext>
                </a:extLst>
              </p:cNvPr>
              <p:cNvSpPr/>
              <p:nvPr/>
            </p:nvSpPr>
            <p:spPr>
              <a:xfrm>
                <a:off x="8642603" y="1585839"/>
                <a:ext cx="619125" cy="45719"/>
              </a:xfrm>
              <a:prstGeom prst="rect">
                <a:avLst/>
              </a:prstGeom>
              <a:solidFill>
                <a:srgbClr val="198FA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DF5D6C5-71A0-F970-127E-0D3EC53B1927}"/>
                  </a:ext>
                </a:extLst>
              </p:cNvPr>
              <p:cNvSpPr txBox="1"/>
              <p:nvPr/>
            </p:nvSpPr>
            <p:spPr>
              <a:xfrm>
                <a:off x="8549776" y="1586837"/>
                <a:ext cx="113059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>
                    <a:latin typeface="+mj-lt"/>
                    <a:ea typeface="Gadugi" panose="020B0502040204020203" pitchFamily="34" charset="0"/>
                  </a:rPr>
                  <a:t>10g drift</a:t>
                </a:r>
                <a:endParaRPr lang="en-US" sz="2000" dirty="0">
                  <a:latin typeface="+mj-lt"/>
                  <a:ea typeface="Gadugi" panose="020B0502040204020203" pitchFamily="34" charset="0"/>
                </a:endParaRPr>
              </a:p>
            </p:txBody>
          </p:sp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28DD5AFA-F174-6A79-6093-74CB7D6C8A01}"/>
                  </a:ext>
                </a:extLst>
              </p:cNvPr>
              <p:cNvSpPr txBox="1"/>
              <p:nvPr/>
            </p:nvSpPr>
            <p:spPr>
              <a:xfrm>
                <a:off x="9369827" y="1590095"/>
                <a:ext cx="113059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>
                    <a:latin typeface="+mj-lt"/>
                    <a:ea typeface="Gadugi" panose="020B0502040204020203" pitchFamily="34" charset="0"/>
                  </a:rPr>
                  <a:t>330g drift</a:t>
                </a:r>
                <a:endParaRPr lang="en-US" sz="2000" dirty="0">
                  <a:latin typeface="+mj-lt"/>
                  <a:ea typeface="Gadugi" panose="020B0502040204020203" pitchFamily="34" charset="0"/>
                </a:endParaRPr>
              </a:p>
            </p:txBody>
          </p:sp>
        </p:grpSp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1F9F0E33-D434-6086-B01A-DC2B86CFD334}"/>
                </a:ext>
              </a:extLst>
            </p:cNvPr>
            <p:cNvSpPr/>
            <p:nvPr/>
          </p:nvSpPr>
          <p:spPr>
            <a:xfrm>
              <a:off x="4799971" y="854589"/>
              <a:ext cx="5457396" cy="1039211"/>
            </a:xfrm>
            <a:prstGeom prst="rect">
              <a:avLst/>
            </a:prstGeom>
            <a:noFill/>
            <a:ln w="15875">
              <a:solidFill>
                <a:srgbClr val="198F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6845462F-089C-C284-C87D-D86A1387AACA}"/>
              </a:ext>
            </a:extLst>
          </p:cNvPr>
          <p:cNvGrpSpPr/>
          <p:nvPr/>
        </p:nvGrpSpPr>
        <p:grpSpPr>
          <a:xfrm>
            <a:off x="3526973" y="3845855"/>
            <a:ext cx="1302689" cy="831000"/>
            <a:chOff x="395801" y="3410256"/>
            <a:chExt cx="1302689" cy="831000"/>
          </a:xfrm>
        </p:grpSpPr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93F14033-050C-7569-AE72-C422A5CB7D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1073350" y="3410259"/>
              <a:ext cx="625140" cy="830997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3021EF8A-EE0E-0310-8C27-35B9B4DFD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844474" y="3410258"/>
              <a:ext cx="625140" cy="830997"/>
            </a:xfrm>
            <a:prstGeom prst="rect">
              <a:avLst/>
            </a:prstGeom>
          </p:spPr>
        </p:pic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DE054DA6-92B1-F34B-ADDE-64B2BD3869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615598" y="3410257"/>
              <a:ext cx="625140" cy="830997"/>
            </a:xfrm>
            <a:prstGeom prst="rect">
              <a:avLst/>
            </a:prstGeom>
          </p:spPr>
        </p:pic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E824AA03-D924-FAFA-847B-417E3EF2B5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95801" y="3410256"/>
              <a:ext cx="625140" cy="830997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B8C33AB0-4C0A-250D-B084-C03E81999A34}"/>
              </a:ext>
            </a:extLst>
          </p:cNvPr>
          <p:cNvGrpSpPr/>
          <p:nvPr/>
        </p:nvGrpSpPr>
        <p:grpSpPr>
          <a:xfrm>
            <a:off x="5174753" y="5345706"/>
            <a:ext cx="699984" cy="581025"/>
            <a:chOff x="3527452" y="2191583"/>
            <a:chExt cx="699984" cy="581025"/>
          </a:xfrm>
          <a:solidFill>
            <a:schemeClr val="bg1">
              <a:alpha val="0"/>
            </a:schemeClr>
          </a:solidFill>
        </p:grpSpPr>
        <p:pic>
          <p:nvPicPr>
            <p:cNvPr id="141" name="Picture 140" descr="A close up of an animal&#10;&#10;Description automatically generated">
              <a:extLst>
                <a:ext uri="{FF2B5EF4-FFF2-40B4-BE49-F238E27FC236}">
                  <a16:creationId xmlns:a16="http://schemas.microsoft.com/office/drawing/2014/main" id="{A0771183-3150-97CC-E8F7-885305F15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9977" b="92691" l="10000" r="90000">
                          <a14:foregroundMark x1="21000" y1="30510" x2="21000" y2="30510"/>
                          <a14:foregroundMark x1="19500" y1="29466" x2="19500" y2="29466"/>
                          <a14:foregroundMark x1="19833" y1="35267" x2="19833" y2="35267"/>
                          <a14:foregroundMark x1="16750" y1="39443" x2="16750" y2="39443"/>
                          <a14:foregroundMark x1="16750" y1="43155" x2="16750" y2="43155"/>
                          <a14:foregroundMark x1="16250" y1="48840" x2="16250" y2="48840"/>
                          <a14:foregroundMark x1="16250" y1="49420" x2="16250" y2="49420"/>
                          <a14:foregroundMark x1="16750" y1="58005" x2="16750" y2="58005"/>
                          <a14:foregroundMark x1="15417" y1="63109" x2="15417" y2="63109"/>
                          <a14:foregroundMark x1="41333" y1="91415" x2="41333" y2="91415"/>
                          <a14:foregroundMark x1="52333" y1="92459" x2="52333" y2="92459"/>
                          <a14:foregroundMark x1="54750" y1="92691" x2="54750" y2="92691"/>
                          <a14:foregroundMark x1="82500" y1="68097" x2="82500" y2="68097"/>
                          <a14:foregroundMark x1="72333" y1="25754" x2="72333" y2="25754"/>
                          <a14:foregroundMark x1="62417" y1="17633" x2="62417" y2="17633"/>
                          <a14:backgroundMark x1="70667" y1="29350" x2="70667" y2="29350"/>
                          <a14:backgroundMark x1="63500" y1="21114" x2="63500" y2="21114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9703" y="2410958"/>
              <a:ext cx="417733" cy="300072"/>
            </a:xfrm>
            <a:prstGeom prst="rect">
              <a:avLst/>
            </a:prstGeom>
            <a:grpFill/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A41874D5-4444-B648-1406-4282DD7581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527452" y="2191583"/>
              <a:ext cx="437092" cy="581025"/>
            </a:xfrm>
            <a:prstGeom prst="rect">
              <a:avLst/>
            </a:prstGeom>
            <a:grpFill/>
          </p:spPr>
        </p:pic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297CCFF0-FD02-672D-2255-4B8EA4FAD928}"/>
              </a:ext>
            </a:extLst>
          </p:cNvPr>
          <p:cNvGrpSpPr/>
          <p:nvPr/>
        </p:nvGrpSpPr>
        <p:grpSpPr>
          <a:xfrm>
            <a:off x="5861159" y="5352918"/>
            <a:ext cx="863917" cy="582658"/>
            <a:chOff x="9169604" y="4934287"/>
            <a:chExt cx="863917" cy="582658"/>
          </a:xfrm>
        </p:grpSpPr>
        <p:pic>
          <p:nvPicPr>
            <p:cNvPr id="146" name="Picture 145">
              <a:extLst>
                <a:ext uri="{FF2B5EF4-FFF2-40B4-BE49-F238E27FC236}">
                  <a16:creationId xmlns:a16="http://schemas.microsoft.com/office/drawing/2014/main" id="{B04018C0-96BF-279A-5BC7-2E840C981E3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169604" y="4935920"/>
              <a:ext cx="437092" cy="581025"/>
            </a:xfrm>
            <a:prstGeom prst="rect">
              <a:avLst/>
            </a:prstGeom>
          </p:spPr>
        </p:pic>
        <p:pic>
          <p:nvPicPr>
            <p:cNvPr id="147" name="Picture 146">
              <a:extLst>
                <a:ext uri="{FF2B5EF4-FFF2-40B4-BE49-F238E27FC236}">
                  <a16:creationId xmlns:a16="http://schemas.microsoft.com/office/drawing/2014/main" id="{561E17CC-13C5-F09B-0439-A12CFFA419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319471" y="4935919"/>
              <a:ext cx="437092" cy="581025"/>
            </a:xfrm>
            <a:prstGeom prst="rect">
              <a:avLst/>
            </a:prstGeom>
          </p:spPr>
        </p:pic>
        <p:pic>
          <p:nvPicPr>
            <p:cNvPr id="148" name="Picture 147">
              <a:extLst>
                <a:ext uri="{FF2B5EF4-FFF2-40B4-BE49-F238E27FC236}">
                  <a16:creationId xmlns:a16="http://schemas.microsoft.com/office/drawing/2014/main" id="{8D41E479-2B10-4CCA-4F7F-7734A42BF3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455431" y="4934287"/>
              <a:ext cx="437092" cy="581025"/>
            </a:xfrm>
            <a:prstGeom prst="rect">
              <a:avLst/>
            </a:prstGeom>
          </p:spPr>
        </p:pic>
        <p:pic>
          <p:nvPicPr>
            <p:cNvPr id="149" name="Picture 148">
              <a:extLst>
                <a:ext uri="{FF2B5EF4-FFF2-40B4-BE49-F238E27FC236}">
                  <a16:creationId xmlns:a16="http://schemas.microsoft.com/office/drawing/2014/main" id="{33F313FE-3F75-D371-BA08-983ED293C2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596429" y="4934287"/>
              <a:ext cx="437092" cy="581025"/>
            </a:xfrm>
            <a:prstGeom prst="rect">
              <a:avLst/>
            </a:prstGeom>
          </p:spPr>
        </p:pic>
        <p:pic>
          <p:nvPicPr>
            <p:cNvPr id="150" name="Picture 149" descr="A close up of an animal&#10;&#10;Description automatically generated">
              <a:extLst>
                <a:ext uri="{FF2B5EF4-FFF2-40B4-BE49-F238E27FC236}">
                  <a16:creationId xmlns:a16="http://schemas.microsoft.com/office/drawing/2014/main" id="{5412DD6E-9806-C540-E01A-22F4B82D80A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9977" b="92691" l="10000" r="90000">
                          <a14:foregroundMark x1="21000" y1="30510" x2="21000" y2="30510"/>
                          <a14:foregroundMark x1="19500" y1="29466" x2="19500" y2="29466"/>
                          <a14:foregroundMark x1="19833" y1="35267" x2="19833" y2="35267"/>
                          <a14:foregroundMark x1="16750" y1="39443" x2="16750" y2="39443"/>
                          <a14:foregroundMark x1="16750" y1="43155" x2="16750" y2="43155"/>
                          <a14:foregroundMark x1="16250" y1="48840" x2="16250" y2="48840"/>
                          <a14:foregroundMark x1="16250" y1="49420" x2="16250" y2="49420"/>
                          <a14:foregroundMark x1="16750" y1="58005" x2="16750" y2="58005"/>
                          <a14:foregroundMark x1="15417" y1="63109" x2="15417" y2="63109"/>
                          <a14:foregroundMark x1="41333" y1="91415" x2="41333" y2="91415"/>
                          <a14:foregroundMark x1="52333" y1="92459" x2="52333" y2="92459"/>
                          <a14:foregroundMark x1="54750" y1="92691" x2="54750" y2="92691"/>
                          <a14:foregroundMark x1="82500" y1="68097" x2="82500" y2="68097"/>
                          <a14:foregroundMark x1="72333" y1="25754" x2="72333" y2="25754"/>
                          <a14:foregroundMark x1="62417" y1="17633" x2="62417" y2="17633"/>
                          <a14:backgroundMark x1="70667" y1="29350" x2="70667" y2="29350"/>
                          <a14:backgroundMark x1="63500" y1="21114" x2="63500" y2="21114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96097" y="5163097"/>
              <a:ext cx="417733" cy="300072"/>
            </a:xfrm>
            <a:prstGeom prst="rect">
              <a:avLst/>
            </a:prstGeom>
          </p:spPr>
        </p:pic>
      </p:grpSp>
      <p:pic>
        <p:nvPicPr>
          <p:cNvPr id="153" name="Picture 152" descr="A close up of an animal&#10;&#10;Description automatically generated">
            <a:extLst>
              <a:ext uri="{FF2B5EF4-FFF2-40B4-BE49-F238E27FC236}">
                <a16:creationId xmlns:a16="http://schemas.microsoft.com/office/drawing/2014/main" id="{242CA6DB-9BE5-B7B9-A360-2A2115C490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977" b="92691" l="10000" r="90000">
                        <a14:foregroundMark x1="21000" y1="30510" x2="21000" y2="30510"/>
                        <a14:foregroundMark x1="19500" y1="29466" x2="19500" y2="29466"/>
                        <a14:foregroundMark x1="19833" y1="35267" x2="19833" y2="35267"/>
                        <a14:foregroundMark x1="16750" y1="39443" x2="16750" y2="39443"/>
                        <a14:foregroundMark x1="16750" y1="43155" x2="16750" y2="43155"/>
                        <a14:foregroundMark x1="16250" y1="48840" x2="16250" y2="48840"/>
                        <a14:foregroundMark x1="16250" y1="49420" x2="16250" y2="49420"/>
                        <a14:foregroundMark x1="16750" y1="58005" x2="16750" y2="58005"/>
                        <a14:foregroundMark x1="15417" y1="63109" x2="15417" y2="63109"/>
                        <a14:foregroundMark x1="41333" y1="91415" x2="41333" y2="91415"/>
                        <a14:foregroundMark x1="52333" y1="92459" x2="52333" y2="92459"/>
                        <a14:foregroundMark x1="54750" y1="92691" x2="54750" y2="92691"/>
                        <a14:foregroundMark x1="82500" y1="68097" x2="82500" y2="68097"/>
                        <a14:foregroundMark x1="72333" y1="25754" x2="72333" y2="25754"/>
                        <a14:foregroundMark x1="62417" y1="17633" x2="62417" y2="17633"/>
                        <a14:backgroundMark x1="70667" y1="29350" x2="70667" y2="29350"/>
                        <a14:backgroundMark x1="63500" y1="21114" x2="63500" y2="2111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0650" y="5570328"/>
            <a:ext cx="417733" cy="300072"/>
          </a:xfrm>
          <a:prstGeom prst="rect">
            <a:avLst/>
          </a:prstGeom>
        </p:spPr>
      </p:pic>
      <p:pic>
        <p:nvPicPr>
          <p:cNvPr id="154" name="Picture 153" descr="A close up of an animal&#10;&#10;Description automatically generated">
            <a:extLst>
              <a:ext uri="{FF2B5EF4-FFF2-40B4-BE49-F238E27FC236}">
                <a16:creationId xmlns:a16="http://schemas.microsoft.com/office/drawing/2014/main" id="{960882C8-A8F8-2212-1757-D9A029380C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977" b="92691" l="10000" r="90000">
                        <a14:foregroundMark x1="21000" y1="30510" x2="21000" y2="30510"/>
                        <a14:foregroundMark x1="19500" y1="29466" x2="19500" y2="29466"/>
                        <a14:foregroundMark x1="19833" y1="35267" x2="19833" y2="35267"/>
                        <a14:foregroundMark x1="16750" y1="39443" x2="16750" y2="39443"/>
                        <a14:foregroundMark x1="16750" y1="43155" x2="16750" y2="43155"/>
                        <a14:foregroundMark x1="16250" y1="48840" x2="16250" y2="48840"/>
                        <a14:foregroundMark x1="16250" y1="49420" x2="16250" y2="49420"/>
                        <a14:foregroundMark x1="16750" y1="58005" x2="16750" y2="58005"/>
                        <a14:foregroundMark x1="15417" y1="63109" x2="15417" y2="63109"/>
                        <a14:foregroundMark x1="41333" y1="91415" x2="41333" y2="91415"/>
                        <a14:foregroundMark x1="52333" y1="92459" x2="52333" y2="92459"/>
                        <a14:foregroundMark x1="54750" y1="92691" x2="54750" y2="92691"/>
                        <a14:foregroundMark x1="82500" y1="68097" x2="82500" y2="68097"/>
                        <a14:foregroundMark x1="72333" y1="25754" x2="72333" y2="25754"/>
                        <a14:foregroundMark x1="62417" y1="17633" x2="62417" y2="17633"/>
                        <a14:backgroundMark x1="70667" y1="29350" x2="70667" y2="29350"/>
                        <a14:backgroundMark x1="63500" y1="21114" x2="63500" y2="2111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3696" y="5576604"/>
            <a:ext cx="417733" cy="300072"/>
          </a:xfrm>
          <a:prstGeom prst="rect">
            <a:avLst/>
          </a:prstGeom>
        </p:spPr>
      </p:pic>
      <p:grpSp>
        <p:nvGrpSpPr>
          <p:cNvPr id="161" name="Group 160">
            <a:extLst>
              <a:ext uri="{FF2B5EF4-FFF2-40B4-BE49-F238E27FC236}">
                <a16:creationId xmlns:a16="http://schemas.microsoft.com/office/drawing/2014/main" id="{AD36FB74-A54E-6787-DC49-C98FE6C64A40}"/>
              </a:ext>
            </a:extLst>
          </p:cNvPr>
          <p:cNvGrpSpPr/>
          <p:nvPr/>
        </p:nvGrpSpPr>
        <p:grpSpPr>
          <a:xfrm>
            <a:off x="5911163" y="2645557"/>
            <a:ext cx="699984" cy="581025"/>
            <a:chOff x="3527452" y="2191583"/>
            <a:chExt cx="699984" cy="581025"/>
          </a:xfrm>
          <a:solidFill>
            <a:schemeClr val="bg1">
              <a:alpha val="0"/>
            </a:schemeClr>
          </a:solidFill>
        </p:grpSpPr>
        <p:pic>
          <p:nvPicPr>
            <p:cNvPr id="162" name="Picture 161" descr="A close up of an animal&#10;&#10;Description automatically generated">
              <a:extLst>
                <a:ext uri="{FF2B5EF4-FFF2-40B4-BE49-F238E27FC236}">
                  <a16:creationId xmlns:a16="http://schemas.microsoft.com/office/drawing/2014/main" id="{8730F7D5-4623-8AAC-9562-B2D9B19042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9977" b="92691" l="10000" r="90000">
                          <a14:foregroundMark x1="21000" y1="30510" x2="21000" y2="30510"/>
                          <a14:foregroundMark x1="19500" y1="29466" x2="19500" y2="29466"/>
                          <a14:foregroundMark x1="19833" y1="35267" x2="19833" y2="35267"/>
                          <a14:foregroundMark x1="16750" y1="39443" x2="16750" y2="39443"/>
                          <a14:foregroundMark x1="16750" y1="43155" x2="16750" y2="43155"/>
                          <a14:foregroundMark x1="16250" y1="48840" x2="16250" y2="48840"/>
                          <a14:foregroundMark x1="16250" y1="49420" x2="16250" y2="49420"/>
                          <a14:foregroundMark x1="16750" y1="58005" x2="16750" y2="58005"/>
                          <a14:foregroundMark x1="15417" y1="63109" x2="15417" y2="63109"/>
                          <a14:foregroundMark x1="41333" y1="91415" x2="41333" y2="91415"/>
                          <a14:foregroundMark x1="52333" y1="92459" x2="52333" y2="92459"/>
                          <a14:foregroundMark x1="54750" y1="92691" x2="54750" y2="92691"/>
                          <a14:foregroundMark x1="82500" y1="68097" x2="82500" y2="68097"/>
                          <a14:foregroundMark x1="72333" y1="25754" x2="72333" y2="25754"/>
                          <a14:foregroundMark x1="62417" y1="17633" x2="62417" y2="17633"/>
                          <a14:backgroundMark x1="70667" y1="29350" x2="70667" y2="29350"/>
                          <a14:backgroundMark x1="63500" y1="21114" x2="63500" y2="21114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9703" y="2410958"/>
              <a:ext cx="417733" cy="300072"/>
            </a:xfrm>
            <a:prstGeom prst="rect">
              <a:avLst/>
            </a:prstGeom>
            <a:grpFill/>
          </p:spPr>
        </p:pic>
        <p:pic>
          <p:nvPicPr>
            <p:cNvPr id="163" name="Picture 162">
              <a:extLst>
                <a:ext uri="{FF2B5EF4-FFF2-40B4-BE49-F238E27FC236}">
                  <a16:creationId xmlns:a16="http://schemas.microsoft.com/office/drawing/2014/main" id="{072C3AE1-2FDC-1F48-897C-1DDD4FFAA0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527452" y="2191583"/>
              <a:ext cx="437092" cy="581025"/>
            </a:xfrm>
            <a:prstGeom prst="rect">
              <a:avLst/>
            </a:prstGeom>
            <a:grpFill/>
          </p:spPr>
        </p:pic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E8476464-727A-8C15-69BC-1A2F3C78ADA9}"/>
              </a:ext>
            </a:extLst>
          </p:cNvPr>
          <p:cNvSpPr/>
          <p:nvPr/>
        </p:nvSpPr>
        <p:spPr>
          <a:xfrm>
            <a:off x="5980222" y="2577072"/>
            <a:ext cx="619125" cy="58102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68" name="Group 167">
            <a:extLst>
              <a:ext uri="{FF2B5EF4-FFF2-40B4-BE49-F238E27FC236}">
                <a16:creationId xmlns:a16="http://schemas.microsoft.com/office/drawing/2014/main" id="{1FB77E98-2E06-BB09-9934-8FC0FBB58F73}"/>
              </a:ext>
            </a:extLst>
          </p:cNvPr>
          <p:cNvGrpSpPr/>
          <p:nvPr/>
        </p:nvGrpSpPr>
        <p:grpSpPr>
          <a:xfrm>
            <a:off x="6663049" y="2643388"/>
            <a:ext cx="699984" cy="581025"/>
            <a:chOff x="3527452" y="2191583"/>
            <a:chExt cx="699984" cy="581025"/>
          </a:xfrm>
          <a:solidFill>
            <a:schemeClr val="bg1">
              <a:alpha val="0"/>
            </a:schemeClr>
          </a:solidFill>
        </p:grpSpPr>
        <p:pic>
          <p:nvPicPr>
            <p:cNvPr id="169" name="Picture 168" descr="A close up of an animal&#10;&#10;Description automatically generated">
              <a:extLst>
                <a:ext uri="{FF2B5EF4-FFF2-40B4-BE49-F238E27FC236}">
                  <a16:creationId xmlns:a16="http://schemas.microsoft.com/office/drawing/2014/main" id="{76D4239A-CF3A-B4DD-8E8C-7A76540F1C7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9977" b="92691" l="10000" r="90000">
                          <a14:foregroundMark x1="21000" y1="30510" x2="21000" y2="30510"/>
                          <a14:foregroundMark x1="19500" y1="29466" x2="19500" y2="29466"/>
                          <a14:foregroundMark x1="19833" y1="35267" x2="19833" y2="35267"/>
                          <a14:foregroundMark x1="16750" y1="39443" x2="16750" y2="39443"/>
                          <a14:foregroundMark x1="16750" y1="43155" x2="16750" y2="43155"/>
                          <a14:foregroundMark x1="16250" y1="48840" x2="16250" y2="48840"/>
                          <a14:foregroundMark x1="16250" y1="49420" x2="16250" y2="49420"/>
                          <a14:foregroundMark x1="16750" y1="58005" x2="16750" y2="58005"/>
                          <a14:foregroundMark x1="15417" y1="63109" x2="15417" y2="63109"/>
                          <a14:foregroundMark x1="41333" y1="91415" x2="41333" y2="91415"/>
                          <a14:foregroundMark x1="52333" y1="92459" x2="52333" y2="92459"/>
                          <a14:foregroundMark x1="54750" y1="92691" x2="54750" y2="92691"/>
                          <a14:foregroundMark x1="82500" y1="68097" x2="82500" y2="68097"/>
                          <a14:foregroundMark x1="72333" y1="25754" x2="72333" y2="25754"/>
                          <a14:foregroundMark x1="62417" y1="17633" x2="62417" y2="17633"/>
                          <a14:backgroundMark x1="70667" y1="29350" x2="70667" y2="29350"/>
                          <a14:backgroundMark x1="63500" y1="21114" x2="63500" y2="21114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9703" y="2410958"/>
              <a:ext cx="417733" cy="300072"/>
            </a:xfrm>
            <a:prstGeom prst="rect">
              <a:avLst/>
            </a:prstGeom>
            <a:grpFill/>
          </p:spPr>
        </p:pic>
        <p:pic>
          <p:nvPicPr>
            <p:cNvPr id="170" name="Picture 169">
              <a:extLst>
                <a:ext uri="{FF2B5EF4-FFF2-40B4-BE49-F238E27FC236}">
                  <a16:creationId xmlns:a16="http://schemas.microsoft.com/office/drawing/2014/main" id="{A4BB58DE-2E2A-301D-C8DE-C7200F0CC7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527452" y="2191583"/>
              <a:ext cx="437092" cy="581025"/>
            </a:xfrm>
            <a:prstGeom prst="rect">
              <a:avLst/>
            </a:prstGeom>
            <a:grpFill/>
          </p:spPr>
        </p:pic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C08E43FD-F108-8FAA-A3C8-82CC33305F34}"/>
              </a:ext>
            </a:extLst>
          </p:cNvPr>
          <p:cNvGrpSpPr/>
          <p:nvPr/>
        </p:nvGrpSpPr>
        <p:grpSpPr>
          <a:xfrm>
            <a:off x="7405430" y="2643388"/>
            <a:ext cx="699984" cy="581025"/>
            <a:chOff x="3527452" y="2191583"/>
            <a:chExt cx="699984" cy="581025"/>
          </a:xfrm>
          <a:solidFill>
            <a:schemeClr val="bg1">
              <a:alpha val="0"/>
            </a:schemeClr>
          </a:solidFill>
        </p:grpSpPr>
        <p:pic>
          <p:nvPicPr>
            <p:cNvPr id="172" name="Picture 171" descr="A close up of an animal&#10;&#10;Description automatically generated">
              <a:extLst>
                <a:ext uri="{FF2B5EF4-FFF2-40B4-BE49-F238E27FC236}">
                  <a16:creationId xmlns:a16="http://schemas.microsoft.com/office/drawing/2014/main" id="{294B6FFC-8F9B-DE97-7025-B9A66A33F0B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9977" b="92691" l="10000" r="90000">
                          <a14:foregroundMark x1="21000" y1="30510" x2="21000" y2="30510"/>
                          <a14:foregroundMark x1="19500" y1="29466" x2="19500" y2="29466"/>
                          <a14:foregroundMark x1="19833" y1="35267" x2="19833" y2="35267"/>
                          <a14:foregroundMark x1="16750" y1="39443" x2="16750" y2="39443"/>
                          <a14:foregroundMark x1="16750" y1="43155" x2="16750" y2="43155"/>
                          <a14:foregroundMark x1="16250" y1="48840" x2="16250" y2="48840"/>
                          <a14:foregroundMark x1="16250" y1="49420" x2="16250" y2="49420"/>
                          <a14:foregroundMark x1="16750" y1="58005" x2="16750" y2="58005"/>
                          <a14:foregroundMark x1="15417" y1="63109" x2="15417" y2="63109"/>
                          <a14:foregroundMark x1="41333" y1="91415" x2="41333" y2="91415"/>
                          <a14:foregroundMark x1="52333" y1="92459" x2="52333" y2="92459"/>
                          <a14:foregroundMark x1="54750" y1="92691" x2="54750" y2="92691"/>
                          <a14:foregroundMark x1="82500" y1="68097" x2="82500" y2="68097"/>
                          <a14:foregroundMark x1="72333" y1="25754" x2="72333" y2="25754"/>
                          <a14:foregroundMark x1="62417" y1="17633" x2="62417" y2="17633"/>
                          <a14:backgroundMark x1="70667" y1="29350" x2="70667" y2="29350"/>
                          <a14:backgroundMark x1="63500" y1="21114" x2="63500" y2="21114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9703" y="2410958"/>
              <a:ext cx="417733" cy="300072"/>
            </a:xfrm>
            <a:prstGeom prst="rect">
              <a:avLst/>
            </a:prstGeom>
            <a:grpFill/>
          </p:spPr>
        </p:pic>
        <p:pic>
          <p:nvPicPr>
            <p:cNvPr id="173" name="Picture 172">
              <a:extLst>
                <a:ext uri="{FF2B5EF4-FFF2-40B4-BE49-F238E27FC236}">
                  <a16:creationId xmlns:a16="http://schemas.microsoft.com/office/drawing/2014/main" id="{9F937AB2-E915-D4C2-64C2-5C96F74B80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527452" y="2191583"/>
              <a:ext cx="437092" cy="581025"/>
            </a:xfrm>
            <a:prstGeom prst="rect">
              <a:avLst/>
            </a:prstGeom>
            <a:grpFill/>
          </p:spPr>
        </p:pic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1B817C81-7B57-7D65-DC3E-CD525AEF6C7A}"/>
              </a:ext>
            </a:extLst>
          </p:cNvPr>
          <p:cNvGrpSpPr/>
          <p:nvPr/>
        </p:nvGrpSpPr>
        <p:grpSpPr>
          <a:xfrm>
            <a:off x="8135104" y="2643173"/>
            <a:ext cx="699984" cy="581025"/>
            <a:chOff x="3527452" y="2191583"/>
            <a:chExt cx="699984" cy="581025"/>
          </a:xfrm>
          <a:solidFill>
            <a:schemeClr val="bg1">
              <a:alpha val="0"/>
            </a:schemeClr>
          </a:solidFill>
        </p:grpSpPr>
        <p:pic>
          <p:nvPicPr>
            <p:cNvPr id="175" name="Picture 174" descr="A close up of an animal&#10;&#10;Description automatically generated">
              <a:extLst>
                <a:ext uri="{FF2B5EF4-FFF2-40B4-BE49-F238E27FC236}">
                  <a16:creationId xmlns:a16="http://schemas.microsoft.com/office/drawing/2014/main" id="{36CEF21B-CE98-8A21-5AA6-746CB5E5896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9977" b="92691" l="10000" r="90000">
                          <a14:foregroundMark x1="21000" y1="30510" x2="21000" y2="30510"/>
                          <a14:foregroundMark x1="19500" y1="29466" x2="19500" y2="29466"/>
                          <a14:foregroundMark x1="19833" y1="35267" x2="19833" y2="35267"/>
                          <a14:foregroundMark x1="16750" y1="39443" x2="16750" y2="39443"/>
                          <a14:foregroundMark x1="16750" y1="43155" x2="16750" y2="43155"/>
                          <a14:foregroundMark x1="16250" y1="48840" x2="16250" y2="48840"/>
                          <a14:foregroundMark x1="16250" y1="49420" x2="16250" y2="49420"/>
                          <a14:foregroundMark x1="16750" y1="58005" x2="16750" y2="58005"/>
                          <a14:foregroundMark x1="15417" y1="63109" x2="15417" y2="63109"/>
                          <a14:foregroundMark x1="41333" y1="91415" x2="41333" y2="91415"/>
                          <a14:foregroundMark x1="52333" y1="92459" x2="52333" y2="92459"/>
                          <a14:foregroundMark x1="54750" y1="92691" x2="54750" y2="92691"/>
                          <a14:foregroundMark x1="82500" y1="68097" x2="82500" y2="68097"/>
                          <a14:foregroundMark x1="72333" y1="25754" x2="72333" y2="25754"/>
                          <a14:foregroundMark x1="62417" y1="17633" x2="62417" y2="17633"/>
                          <a14:backgroundMark x1="70667" y1="29350" x2="70667" y2="29350"/>
                          <a14:backgroundMark x1="63500" y1="21114" x2="63500" y2="21114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9703" y="2410958"/>
              <a:ext cx="417733" cy="300072"/>
            </a:xfrm>
            <a:prstGeom prst="rect">
              <a:avLst/>
            </a:prstGeom>
            <a:grpFill/>
          </p:spPr>
        </p:pic>
        <p:pic>
          <p:nvPicPr>
            <p:cNvPr id="176" name="Picture 175">
              <a:extLst>
                <a:ext uri="{FF2B5EF4-FFF2-40B4-BE49-F238E27FC236}">
                  <a16:creationId xmlns:a16="http://schemas.microsoft.com/office/drawing/2014/main" id="{1B4598B5-1983-9996-7F49-23CFC74DD3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527452" y="2191583"/>
              <a:ext cx="437092" cy="581025"/>
            </a:xfrm>
            <a:prstGeom prst="rect">
              <a:avLst/>
            </a:prstGeom>
            <a:grpFill/>
          </p:spPr>
        </p:pic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76C97ACE-66F0-0D25-7804-A14B92762198}"/>
              </a:ext>
            </a:extLst>
          </p:cNvPr>
          <p:cNvGrpSpPr/>
          <p:nvPr/>
        </p:nvGrpSpPr>
        <p:grpSpPr>
          <a:xfrm>
            <a:off x="8877613" y="2641097"/>
            <a:ext cx="699984" cy="581025"/>
            <a:chOff x="3527452" y="2191583"/>
            <a:chExt cx="699984" cy="581025"/>
          </a:xfrm>
          <a:solidFill>
            <a:schemeClr val="bg1">
              <a:alpha val="0"/>
            </a:schemeClr>
          </a:solidFill>
        </p:grpSpPr>
        <p:pic>
          <p:nvPicPr>
            <p:cNvPr id="178" name="Picture 177" descr="A close up of an animal&#10;&#10;Description automatically generated">
              <a:extLst>
                <a:ext uri="{FF2B5EF4-FFF2-40B4-BE49-F238E27FC236}">
                  <a16:creationId xmlns:a16="http://schemas.microsoft.com/office/drawing/2014/main" id="{BB11271B-2D4B-C18B-5318-8B379278EED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9977" b="92691" l="10000" r="90000">
                          <a14:foregroundMark x1="21000" y1="30510" x2="21000" y2="30510"/>
                          <a14:foregroundMark x1="19500" y1="29466" x2="19500" y2="29466"/>
                          <a14:foregroundMark x1="19833" y1="35267" x2="19833" y2="35267"/>
                          <a14:foregroundMark x1="16750" y1="39443" x2="16750" y2="39443"/>
                          <a14:foregroundMark x1="16750" y1="43155" x2="16750" y2="43155"/>
                          <a14:foregroundMark x1="16250" y1="48840" x2="16250" y2="48840"/>
                          <a14:foregroundMark x1="16250" y1="49420" x2="16250" y2="49420"/>
                          <a14:foregroundMark x1="16750" y1="58005" x2="16750" y2="58005"/>
                          <a14:foregroundMark x1="15417" y1="63109" x2="15417" y2="63109"/>
                          <a14:foregroundMark x1="41333" y1="91415" x2="41333" y2="91415"/>
                          <a14:foregroundMark x1="52333" y1="92459" x2="52333" y2="92459"/>
                          <a14:foregroundMark x1="54750" y1="92691" x2="54750" y2="92691"/>
                          <a14:foregroundMark x1="82500" y1="68097" x2="82500" y2="68097"/>
                          <a14:foregroundMark x1="72333" y1="25754" x2="72333" y2="25754"/>
                          <a14:foregroundMark x1="62417" y1="17633" x2="62417" y2="17633"/>
                          <a14:backgroundMark x1="70667" y1="29350" x2="70667" y2="29350"/>
                          <a14:backgroundMark x1="63500" y1="21114" x2="63500" y2="21114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9703" y="2410958"/>
              <a:ext cx="417733" cy="300072"/>
            </a:xfrm>
            <a:prstGeom prst="rect">
              <a:avLst/>
            </a:prstGeom>
            <a:grpFill/>
          </p:spPr>
        </p:pic>
        <p:pic>
          <p:nvPicPr>
            <p:cNvPr id="179" name="Picture 178">
              <a:extLst>
                <a:ext uri="{FF2B5EF4-FFF2-40B4-BE49-F238E27FC236}">
                  <a16:creationId xmlns:a16="http://schemas.microsoft.com/office/drawing/2014/main" id="{03950D0C-4C8F-5790-C8BB-06F8E5CBA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527452" y="2191583"/>
              <a:ext cx="437092" cy="581025"/>
            </a:xfrm>
            <a:prstGeom prst="rect">
              <a:avLst/>
            </a:prstGeom>
            <a:grpFill/>
          </p:spPr>
        </p:pic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37BA2362-03B0-F549-FF0A-833F02874E05}"/>
              </a:ext>
            </a:extLst>
          </p:cNvPr>
          <p:cNvGrpSpPr/>
          <p:nvPr/>
        </p:nvGrpSpPr>
        <p:grpSpPr>
          <a:xfrm>
            <a:off x="9598691" y="2639194"/>
            <a:ext cx="699984" cy="581025"/>
            <a:chOff x="3527452" y="2191583"/>
            <a:chExt cx="699984" cy="581025"/>
          </a:xfrm>
          <a:solidFill>
            <a:schemeClr val="bg1">
              <a:alpha val="0"/>
            </a:schemeClr>
          </a:solidFill>
        </p:grpSpPr>
        <p:pic>
          <p:nvPicPr>
            <p:cNvPr id="181" name="Picture 180" descr="A close up of an animal&#10;&#10;Description automatically generated">
              <a:extLst>
                <a:ext uri="{FF2B5EF4-FFF2-40B4-BE49-F238E27FC236}">
                  <a16:creationId xmlns:a16="http://schemas.microsoft.com/office/drawing/2014/main" id="{257F2DC3-E09E-4F32-DD77-53CD239018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9977" b="92691" l="10000" r="90000">
                          <a14:foregroundMark x1="21000" y1="30510" x2="21000" y2="30510"/>
                          <a14:foregroundMark x1="19500" y1="29466" x2="19500" y2="29466"/>
                          <a14:foregroundMark x1="19833" y1="35267" x2="19833" y2="35267"/>
                          <a14:foregroundMark x1="16750" y1="39443" x2="16750" y2="39443"/>
                          <a14:foregroundMark x1="16750" y1="43155" x2="16750" y2="43155"/>
                          <a14:foregroundMark x1="16250" y1="48840" x2="16250" y2="48840"/>
                          <a14:foregroundMark x1="16250" y1="49420" x2="16250" y2="49420"/>
                          <a14:foregroundMark x1="16750" y1="58005" x2="16750" y2="58005"/>
                          <a14:foregroundMark x1="15417" y1="63109" x2="15417" y2="63109"/>
                          <a14:foregroundMark x1="41333" y1="91415" x2="41333" y2="91415"/>
                          <a14:foregroundMark x1="52333" y1="92459" x2="52333" y2="92459"/>
                          <a14:foregroundMark x1="54750" y1="92691" x2="54750" y2="92691"/>
                          <a14:foregroundMark x1="82500" y1="68097" x2="82500" y2="68097"/>
                          <a14:foregroundMark x1="72333" y1="25754" x2="72333" y2="25754"/>
                          <a14:foregroundMark x1="62417" y1="17633" x2="62417" y2="17633"/>
                          <a14:backgroundMark x1="70667" y1="29350" x2="70667" y2="29350"/>
                          <a14:backgroundMark x1="63500" y1="21114" x2="63500" y2="21114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9703" y="2410958"/>
              <a:ext cx="417733" cy="300072"/>
            </a:xfrm>
            <a:prstGeom prst="rect">
              <a:avLst/>
            </a:prstGeom>
            <a:grpFill/>
          </p:spPr>
        </p:pic>
        <p:pic>
          <p:nvPicPr>
            <p:cNvPr id="182" name="Picture 181">
              <a:extLst>
                <a:ext uri="{FF2B5EF4-FFF2-40B4-BE49-F238E27FC236}">
                  <a16:creationId xmlns:a16="http://schemas.microsoft.com/office/drawing/2014/main" id="{7E015934-1549-E7A2-504F-26AEDC0FBB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527452" y="2191583"/>
              <a:ext cx="437092" cy="581025"/>
            </a:xfrm>
            <a:prstGeom prst="rect">
              <a:avLst/>
            </a:prstGeom>
            <a:grpFill/>
          </p:spPr>
        </p:pic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F108C9BA-ADEC-BEE4-2C8E-746ABA3D8411}"/>
              </a:ext>
            </a:extLst>
          </p:cNvPr>
          <p:cNvGrpSpPr/>
          <p:nvPr/>
        </p:nvGrpSpPr>
        <p:grpSpPr>
          <a:xfrm>
            <a:off x="10349669" y="2643388"/>
            <a:ext cx="699984" cy="581025"/>
            <a:chOff x="3527452" y="2191583"/>
            <a:chExt cx="699984" cy="581025"/>
          </a:xfrm>
          <a:solidFill>
            <a:schemeClr val="bg1">
              <a:alpha val="0"/>
            </a:schemeClr>
          </a:solidFill>
        </p:grpSpPr>
        <p:pic>
          <p:nvPicPr>
            <p:cNvPr id="184" name="Picture 183" descr="A close up of an animal&#10;&#10;Description automatically generated">
              <a:extLst>
                <a:ext uri="{FF2B5EF4-FFF2-40B4-BE49-F238E27FC236}">
                  <a16:creationId xmlns:a16="http://schemas.microsoft.com/office/drawing/2014/main" id="{3C6B9E04-6FC3-0CCA-F064-093F142163F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9977" b="92691" l="10000" r="90000">
                          <a14:foregroundMark x1="21000" y1="30510" x2="21000" y2="30510"/>
                          <a14:foregroundMark x1="19500" y1="29466" x2="19500" y2="29466"/>
                          <a14:foregroundMark x1="19833" y1="35267" x2="19833" y2="35267"/>
                          <a14:foregroundMark x1="16750" y1="39443" x2="16750" y2="39443"/>
                          <a14:foregroundMark x1="16750" y1="43155" x2="16750" y2="43155"/>
                          <a14:foregroundMark x1="16250" y1="48840" x2="16250" y2="48840"/>
                          <a14:foregroundMark x1="16250" y1="49420" x2="16250" y2="49420"/>
                          <a14:foregroundMark x1="16750" y1="58005" x2="16750" y2="58005"/>
                          <a14:foregroundMark x1="15417" y1="63109" x2="15417" y2="63109"/>
                          <a14:foregroundMark x1="41333" y1="91415" x2="41333" y2="91415"/>
                          <a14:foregroundMark x1="52333" y1="92459" x2="52333" y2="92459"/>
                          <a14:foregroundMark x1="54750" y1="92691" x2="54750" y2="92691"/>
                          <a14:foregroundMark x1="82500" y1="68097" x2="82500" y2="68097"/>
                          <a14:foregroundMark x1="72333" y1="25754" x2="72333" y2="25754"/>
                          <a14:foregroundMark x1="62417" y1="17633" x2="62417" y2="17633"/>
                          <a14:backgroundMark x1="70667" y1="29350" x2="70667" y2="29350"/>
                          <a14:backgroundMark x1="63500" y1="21114" x2="63500" y2="21114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9703" y="2410958"/>
              <a:ext cx="417733" cy="300072"/>
            </a:xfrm>
            <a:prstGeom prst="rect">
              <a:avLst/>
            </a:prstGeom>
            <a:grpFill/>
          </p:spPr>
        </p:pic>
        <p:pic>
          <p:nvPicPr>
            <p:cNvPr id="185" name="Picture 184">
              <a:extLst>
                <a:ext uri="{FF2B5EF4-FFF2-40B4-BE49-F238E27FC236}">
                  <a16:creationId xmlns:a16="http://schemas.microsoft.com/office/drawing/2014/main" id="{3572FD78-8260-7744-D7E8-38B1BF34A6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527452" y="2191583"/>
              <a:ext cx="437092" cy="581025"/>
            </a:xfrm>
            <a:prstGeom prst="rect">
              <a:avLst/>
            </a:prstGeom>
            <a:grpFill/>
          </p:spPr>
        </p:pic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1E201807-4BDB-0096-48CB-AEB764C6F6CC}"/>
              </a:ext>
            </a:extLst>
          </p:cNvPr>
          <p:cNvGrpSpPr/>
          <p:nvPr/>
        </p:nvGrpSpPr>
        <p:grpSpPr>
          <a:xfrm>
            <a:off x="5854493" y="3992425"/>
            <a:ext cx="863917" cy="582658"/>
            <a:chOff x="9169604" y="4934287"/>
            <a:chExt cx="863917" cy="582658"/>
          </a:xfrm>
        </p:grpSpPr>
        <p:pic>
          <p:nvPicPr>
            <p:cNvPr id="194" name="Picture 193">
              <a:extLst>
                <a:ext uri="{FF2B5EF4-FFF2-40B4-BE49-F238E27FC236}">
                  <a16:creationId xmlns:a16="http://schemas.microsoft.com/office/drawing/2014/main" id="{C46E43E3-408C-85DC-96BC-41FDD2DF7CE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169604" y="4935920"/>
              <a:ext cx="437092" cy="581025"/>
            </a:xfrm>
            <a:prstGeom prst="rect">
              <a:avLst/>
            </a:prstGeom>
          </p:spPr>
        </p:pic>
        <p:pic>
          <p:nvPicPr>
            <p:cNvPr id="195" name="Picture 194">
              <a:extLst>
                <a:ext uri="{FF2B5EF4-FFF2-40B4-BE49-F238E27FC236}">
                  <a16:creationId xmlns:a16="http://schemas.microsoft.com/office/drawing/2014/main" id="{73291B4A-AE81-D65C-0ECD-FB4EB22972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319471" y="4935919"/>
              <a:ext cx="437092" cy="581025"/>
            </a:xfrm>
            <a:prstGeom prst="rect">
              <a:avLst/>
            </a:prstGeom>
          </p:spPr>
        </p:pic>
        <p:pic>
          <p:nvPicPr>
            <p:cNvPr id="196" name="Picture 195">
              <a:extLst>
                <a:ext uri="{FF2B5EF4-FFF2-40B4-BE49-F238E27FC236}">
                  <a16:creationId xmlns:a16="http://schemas.microsoft.com/office/drawing/2014/main" id="{65C9A2EF-846D-EB0B-8334-A754BB9FD1B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455431" y="4934287"/>
              <a:ext cx="437092" cy="581025"/>
            </a:xfrm>
            <a:prstGeom prst="rect">
              <a:avLst/>
            </a:prstGeom>
          </p:spPr>
        </p:pic>
        <p:pic>
          <p:nvPicPr>
            <p:cNvPr id="197" name="Picture 196">
              <a:extLst>
                <a:ext uri="{FF2B5EF4-FFF2-40B4-BE49-F238E27FC236}">
                  <a16:creationId xmlns:a16="http://schemas.microsoft.com/office/drawing/2014/main" id="{72EFF03B-A5A9-469F-DC53-0AF0E2A219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596429" y="4934287"/>
              <a:ext cx="437092" cy="581025"/>
            </a:xfrm>
            <a:prstGeom prst="rect">
              <a:avLst/>
            </a:prstGeom>
          </p:spPr>
        </p:pic>
        <p:pic>
          <p:nvPicPr>
            <p:cNvPr id="198" name="Picture 197" descr="A close up of an animal&#10;&#10;Description automatically generated">
              <a:extLst>
                <a:ext uri="{FF2B5EF4-FFF2-40B4-BE49-F238E27FC236}">
                  <a16:creationId xmlns:a16="http://schemas.microsoft.com/office/drawing/2014/main" id="{9E097173-8540-E90A-D88B-F55BBEF450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9977" b="92691" l="10000" r="90000">
                          <a14:foregroundMark x1="21000" y1="30510" x2="21000" y2="30510"/>
                          <a14:foregroundMark x1="19500" y1="29466" x2="19500" y2="29466"/>
                          <a14:foregroundMark x1="19833" y1="35267" x2="19833" y2="35267"/>
                          <a14:foregroundMark x1="16750" y1="39443" x2="16750" y2="39443"/>
                          <a14:foregroundMark x1="16750" y1="43155" x2="16750" y2="43155"/>
                          <a14:foregroundMark x1="16250" y1="48840" x2="16250" y2="48840"/>
                          <a14:foregroundMark x1="16250" y1="49420" x2="16250" y2="49420"/>
                          <a14:foregroundMark x1="16750" y1="58005" x2="16750" y2="58005"/>
                          <a14:foregroundMark x1="15417" y1="63109" x2="15417" y2="63109"/>
                          <a14:foregroundMark x1="41333" y1="91415" x2="41333" y2="91415"/>
                          <a14:foregroundMark x1="52333" y1="92459" x2="52333" y2="92459"/>
                          <a14:foregroundMark x1="54750" y1="92691" x2="54750" y2="92691"/>
                          <a14:foregroundMark x1="82500" y1="68097" x2="82500" y2="68097"/>
                          <a14:foregroundMark x1="72333" y1="25754" x2="72333" y2="25754"/>
                          <a14:foregroundMark x1="62417" y1="17633" x2="62417" y2="17633"/>
                          <a14:backgroundMark x1="70667" y1="29350" x2="70667" y2="29350"/>
                          <a14:backgroundMark x1="63500" y1="21114" x2="63500" y2="21114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96097" y="5163097"/>
              <a:ext cx="417733" cy="300072"/>
            </a:xfrm>
            <a:prstGeom prst="rect">
              <a:avLst/>
            </a:prstGeom>
          </p:spPr>
        </p:pic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9353C851-7A6D-E536-A5CC-B6B3D89E2841}"/>
              </a:ext>
            </a:extLst>
          </p:cNvPr>
          <p:cNvGrpSpPr/>
          <p:nvPr/>
        </p:nvGrpSpPr>
        <p:grpSpPr>
          <a:xfrm>
            <a:off x="6613417" y="3987758"/>
            <a:ext cx="863917" cy="582658"/>
            <a:chOff x="9169604" y="4934287"/>
            <a:chExt cx="863917" cy="582658"/>
          </a:xfrm>
        </p:grpSpPr>
        <p:pic>
          <p:nvPicPr>
            <p:cNvPr id="200" name="Picture 199">
              <a:extLst>
                <a:ext uri="{FF2B5EF4-FFF2-40B4-BE49-F238E27FC236}">
                  <a16:creationId xmlns:a16="http://schemas.microsoft.com/office/drawing/2014/main" id="{A283C094-33C0-EA15-EA45-34BF3C09E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169604" y="4935920"/>
              <a:ext cx="437092" cy="581025"/>
            </a:xfrm>
            <a:prstGeom prst="rect">
              <a:avLst/>
            </a:prstGeom>
          </p:spPr>
        </p:pic>
        <p:pic>
          <p:nvPicPr>
            <p:cNvPr id="201" name="Picture 200">
              <a:extLst>
                <a:ext uri="{FF2B5EF4-FFF2-40B4-BE49-F238E27FC236}">
                  <a16:creationId xmlns:a16="http://schemas.microsoft.com/office/drawing/2014/main" id="{73B2C528-9024-1228-2AC2-97663EA9F1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319471" y="4935919"/>
              <a:ext cx="437092" cy="581025"/>
            </a:xfrm>
            <a:prstGeom prst="rect">
              <a:avLst/>
            </a:prstGeom>
          </p:spPr>
        </p:pic>
        <p:pic>
          <p:nvPicPr>
            <p:cNvPr id="202" name="Picture 201">
              <a:extLst>
                <a:ext uri="{FF2B5EF4-FFF2-40B4-BE49-F238E27FC236}">
                  <a16:creationId xmlns:a16="http://schemas.microsoft.com/office/drawing/2014/main" id="{27FED5E3-0DA3-59E7-F082-AAED918CD2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455431" y="4934287"/>
              <a:ext cx="437092" cy="581025"/>
            </a:xfrm>
            <a:prstGeom prst="rect">
              <a:avLst/>
            </a:prstGeom>
          </p:spPr>
        </p:pic>
        <p:pic>
          <p:nvPicPr>
            <p:cNvPr id="203" name="Picture 202">
              <a:extLst>
                <a:ext uri="{FF2B5EF4-FFF2-40B4-BE49-F238E27FC236}">
                  <a16:creationId xmlns:a16="http://schemas.microsoft.com/office/drawing/2014/main" id="{B2C8D394-5902-05F6-3B1F-8CC0607FF0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596429" y="4934287"/>
              <a:ext cx="437092" cy="581025"/>
            </a:xfrm>
            <a:prstGeom prst="rect">
              <a:avLst/>
            </a:prstGeom>
          </p:spPr>
        </p:pic>
        <p:pic>
          <p:nvPicPr>
            <p:cNvPr id="204" name="Picture 203" descr="A close up of an animal&#10;&#10;Description automatically generated">
              <a:extLst>
                <a:ext uri="{FF2B5EF4-FFF2-40B4-BE49-F238E27FC236}">
                  <a16:creationId xmlns:a16="http://schemas.microsoft.com/office/drawing/2014/main" id="{350A02E1-BC69-7DAA-7DB1-732FA799B3C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9977" b="92691" l="10000" r="90000">
                          <a14:foregroundMark x1="21000" y1="30510" x2="21000" y2="30510"/>
                          <a14:foregroundMark x1="19500" y1="29466" x2="19500" y2="29466"/>
                          <a14:foregroundMark x1="19833" y1="35267" x2="19833" y2="35267"/>
                          <a14:foregroundMark x1="16750" y1="39443" x2="16750" y2="39443"/>
                          <a14:foregroundMark x1="16750" y1="43155" x2="16750" y2="43155"/>
                          <a14:foregroundMark x1="16250" y1="48840" x2="16250" y2="48840"/>
                          <a14:foregroundMark x1="16250" y1="49420" x2="16250" y2="49420"/>
                          <a14:foregroundMark x1="16750" y1="58005" x2="16750" y2="58005"/>
                          <a14:foregroundMark x1="15417" y1="63109" x2="15417" y2="63109"/>
                          <a14:foregroundMark x1="41333" y1="91415" x2="41333" y2="91415"/>
                          <a14:foregroundMark x1="52333" y1="92459" x2="52333" y2="92459"/>
                          <a14:foregroundMark x1="54750" y1="92691" x2="54750" y2="92691"/>
                          <a14:foregroundMark x1="82500" y1="68097" x2="82500" y2="68097"/>
                          <a14:foregroundMark x1="72333" y1="25754" x2="72333" y2="25754"/>
                          <a14:foregroundMark x1="62417" y1="17633" x2="62417" y2="17633"/>
                          <a14:backgroundMark x1="70667" y1="29350" x2="70667" y2="29350"/>
                          <a14:backgroundMark x1="63500" y1="21114" x2="63500" y2="21114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96097" y="5163097"/>
              <a:ext cx="417733" cy="300072"/>
            </a:xfrm>
            <a:prstGeom prst="rect">
              <a:avLst/>
            </a:prstGeom>
          </p:spPr>
        </p:pic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65BACBC3-8AEB-467D-8D45-F8373A7EE5A8}"/>
              </a:ext>
            </a:extLst>
          </p:cNvPr>
          <p:cNvGrpSpPr/>
          <p:nvPr/>
        </p:nvGrpSpPr>
        <p:grpSpPr>
          <a:xfrm>
            <a:off x="7348018" y="3985712"/>
            <a:ext cx="863917" cy="582658"/>
            <a:chOff x="9169604" y="4934287"/>
            <a:chExt cx="863917" cy="582658"/>
          </a:xfrm>
        </p:grpSpPr>
        <p:pic>
          <p:nvPicPr>
            <p:cNvPr id="206" name="Picture 205">
              <a:extLst>
                <a:ext uri="{FF2B5EF4-FFF2-40B4-BE49-F238E27FC236}">
                  <a16:creationId xmlns:a16="http://schemas.microsoft.com/office/drawing/2014/main" id="{F3E00281-161E-1D84-2C11-FD434900B8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169604" y="4935920"/>
              <a:ext cx="437092" cy="581025"/>
            </a:xfrm>
            <a:prstGeom prst="rect">
              <a:avLst/>
            </a:prstGeom>
          </p:spPr>
        </p:pic>
        <p:pic>
          <p:nvPicPr>
            <p:cNvPr id="207" name="Picture 206">
              <a:extLst>
                <a:ext uri="{FF2B5EF4-FFF2-40B4-BE49-F238E27FC236}">
                  <a16:creationId xmlns:a16="http://schemas.microsoft.com/office/drawing/2014/main" id="{57FC0495-A579-5F81-4E82-03AF9B462C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319471" y="4935919"/>
              <a:ext cx="437092" cy="581025"/>
            </a:xfrm>
            <a:prstGeom prst="rect">
              <a:avLst/>
            </a:prstGeom>
          </p:spPr>
        </p:pic>
        <p:pic>
          <p:nvPicPr>
            <p:cNvPr id="208" name="Picture 207">
              <a:extLst>
                <a:ext uri="{FF2B5EF4-FFF2-40B4-BE49-F238E27FC236}">
                  <a16:creationId xmlns:a16="http://schemas.microsoft.com/office/drawing/2014/main" id="{23BDFEC0-5A5A-9870-55F6-150D8A8C7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455431" y="4934287"/>
              <a:ext cx="437092" cy="581025"/>
            </a:xfrm>
            <a:prstGeom prst="rect">
              <a:avLst/>
            </a:prstGeom>
          </p:spPr>
        </p:pic>
        <p:pic>
          <p:nvPicPr>
            <p:cNvPr id="209" name="Picture 208">
              <a:extLst>
                <a:ext uri="{FF2B5EF4-FFF2-40B4-BE49-F238E27FC236}">
                  <a16:creationId xmlns:a16="http://schemas.microsoft.com/office/drawing/2014/main" id="{696D4CB3-3126-218F-4AC3-41332990091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596429" y="4934287"/>
              <a:ext cx="437092" cy="581025"/>
            </a:xfrm>
            <a:prstGeom prst="rect">
              <a:avLst/>
            </a:prstGeom>
          </p:spPr>
        </p:pic>
        <p:pic>
          <p:nvPicPr>
            <p:cNvPr id="210" name="Picture 209" descr="A close up of an animal&#10;&#10;Description automatically generated">
              <a:extLst>
                <a:ext uri="{FF2B5EF4-FFF2-40B4-BE49-F238E27FC236}">
                  <a16:creationId xmlns:a16="http://schemas.microsoft.com/office/drawing/2014/main" id="{D7D51841-3FCF-F3F1-5C94-A2DD4E1CD73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9977" b="92691" l="10000" r="90000">
                          <a14:foregroundMark x1="21000" y1="30510" x2="21000" y2="30510"/>
                          <a14:foregroundMark x1="19500" y1="29466" x2="19500" y2="29466"/>
                          <a14:foregroundMark x1="19833" y1="35267" x2="19833" y2="35267"/>
                          <a14:foregroundMark x1="16750" y1="39443" x2="16750" y2="39443"/>
                          <a14:foregroundMark x1="16750" y1="43155" x2="16750" y2="43155"/>
                          <a14:foregroundMark x1="16250" y1="48840" x2="16250" y2="48840"/>
                          <a14:foregroundMark x1="16250" y1="49420" x2="16250" y2="49420"/>
                          <a14:foregroundMark x1="16750" y1="58005" x2="16750" y2="58005"/>
                          <a14:foregroundMark x1="15417" y1="63109" x2="15417" y2="63109"/>
                          <a14:foregroundMark x1="41333" y1="91415" x2="41333" y2="91415"/>
                          <a14:foregroundMark x1="52333" y1="92459" x2="52333" y2="92459"/>
                          <a14:foregroundMark x1="54750" y1="92691" x2="54750" y2="92691"/>
                          <a14:foregroundMark x1="82500" y1="68097" x2="82500" y2="68097"/>
                          <a14:foregroundMark x1="72333" y1="25754" x2="72333" y2="25754"/>
                          <a14:foregroundMark x1="62417" y1="17633" x2="62417" y2="17633"/>
                          <a14:backgroundMark x1="70667" y1="29350" x2="70667" y2="29350"/>
                          <a14:backgroundMark x1="63500" y1="21114" x2="63500" y2="21114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96097" y="5163097"/>
              <a:ext cx="417733" cy="300072"/>
            </a:xfrm>
            <a:prstGeom prst="rect">
              <a:avLst/>
            </a:prstGeom>
          </p:spPr>
        </p:pic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86A000DE-A17C-A678-BDC8-31A4E8CCB4AE}"/>
              </a:ext>
            </a:extLst>
          </p:cNvPr>
          <p:cNvSpPr/>
          <p:nvPr/>
        </p:nvSpPr>
        <p:spPr>
          <a:xfrm>
            <a:off x="5242034" y="3933628"/>
            <a:ext cx="619125" cy="58102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211" name="Group 210">
            <a:extLst>
              <a:ext uri="{FF2B5EF4-FFF2-40B4-BE49-F238E27FC236}">
                <a16:creationId xmlns:a16="http://schemas.microsoft.com/office/drawing/2014/main" id="{4B24D76E-844D-5236-017A-3EC04B2A3C8A}"/>
              </a:ext>
            </a:extLst>
          </p:cNvPr>
          <p:cNvGrpSpPr/>
          <p:nvPr/>
        </p:nvGrpSpPr>
        <p:grpSpPr>
          <a:xfrm>
            <a:off x="8066372" y="3988193"/>
            <a:ext cx="863917" cy="582658"/>
            <a:chOff x="9169604" y="4934287"/>
            <a:chExt cx="863917" cy="582658"/>
          </a:xfrm>
        </p:grpSpPr>
        <p:pic>
          <p:nvPicPr>
            <p:cNvPr id="212" name="Picture 211">
              <a:extLst>
                <a:ext uri="{FF2B5EF4-FFF2-40B4-BE49-F238E27FC236}">
                  <a16:creationId xmlns:a16="http://schemas.microsoft.com/office/drawing/2014/main" id="{E199D8B7-2532-EC78-9CB1-A57F7835F0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169604" y="4935920"/>
              <a:ext cx="437092" cy="581025"/>
            </a:xfrm>
            <a:prstGeom prst="rect">
              <a:avLst/>
            </a:prstGeom>
          </p:spPr>
        </p:pic>
        <p:pic>
          <p:nvPicPr>
            <p:cNvPr id="213" name="Picture 212">
              <a:extLst>
                <a:ext uri="{FF2B5EF4-FFF2-40B4-BE49-F238E27FC236}">
                  <a16:creationId xmlns:a16="http://schemas.microsoft.com/office/drawing/2014/main" id="{6B97F4DE-F61E-49FE-A8B5-5F058C53B3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319471" y="4935919"/>
              <a:ext cx="437092" cy="581025"/>
            </a:xfrm>
            <a:prstGeom prst="rect">
              <a:avLst/>
            </a:prstGeom>
          </p:spPr>
        </p:pic>
        <p:pic>
          <p:nvPicPr>
            <p:cNvPr id="214" name="Picture 213">
              <a:extLst>
                <a:ext uri="{FF2B5EF4-FFF2-40B4-BE49-F238E27FC236}">
                  <a16:creationId xmlns:a16="http://schemas.microsoft.com/office/drawing/2014/main" id="{AD992D4E-F492-956C-D862-3E86A6EABD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455431" y="4934287"/>
              <a:ext cx="437092" cy="581025"/>
            </a:xfrm>
            <a:prstGeom prst="rect">
              <a:avLst/>
            </a:prstGeom>
          </p:spPr>
        </p:pic>
        <p:pic>
          <p:nvPicPr>
            <p:cNvPr id="215" name="Picture 214">
              <a:extLst>
                <a:ext uri="{FF2B5EF4-FFF2-40B4-BE49-F238E27FC236}">
                  <a16:creationId xmlns:a16="http://schemas.microsoft.com/office/drawing/2014/main" id="{5E37B66B-CF0A-56B7-9AA8-9978EB90D6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596429" y="4934287"/>
              <a:ext cx="437092" cy="581025"/>
            </a:xfrm>
            <a:prstGeom prst="rect">
              <a:avLst/>
            </a:prstGeom>
          </p:spPr>
        </p:pic>
        <p:pic>
          <p:nvPicPr>
            <p:cNvPr id="216" name="Picture 215" descr="A close up of an animal&#10;&#10;Description automatically generated">
              <a:extLst>
                <a:ext uri="{FF2B5EF4-FFF2-40B4-BE49-F238E27FC236}">
                  <a16:creationId xmlns:a16="http://schemas.microsoft.com/office/drawing/2014/main" id="{61EE4332-D974-2CFC-6EF6-7129035116F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9977" b="92691" l="10000" r="90000">
                          <a14:foregroundMark x1="21000" y1="30510" x2="21000" y2="30510"/>
                          <a14:foregroundMark x1="19500" y1="29466" x2="19500" y2="29466"/>
                          <a14:foregroundMark x1="19833" y1="35267" x2="19833" y2="35267"/>
                          <a14:foregroundMark x1="16750" y1="39443" x2="16750" y2="39443"/>
                          <a14:foregroundMark x1="16750" y1="43155" x2="16750" y2="43155"/>
                          <a14:foregroundMark x1="16250" y1="48840" x2="16250" y2="48840"/>
                          <a14:foregroundMark x1="16250" y1="49420" x2="16250" y2="49420"/>
                          <a14:foregroundMark x1="16750" y1="58005" x2="16750" y2="58005"/>
                          <a14:foregroundMark x1="15417" y1="63109" x2="15417" y2="63109"/>
                          <a14:foregroundMark x1="41333" y1="91415" x2="41333" y2="91415"/>
                          <a14:foregroundMark x1="52333" y1="92459" x2="52333" y2="92459"/>
                          <a14:foregroundMark x1="54750" y1="92691" x2="54750" y2="92691"/>
                          <a14:foregroundMark x1="82500" y1="68097" x2="82500" y2="68097"/>
                          <a14:foregroundMark x1="72333" y1="25754" x2="72333" y2="25754"/>
                          <a14:foregroundMark x1="62417" y1="17633" x2="62417" y2="17633"/>
                          <a14:backgroundMark x1="70667" y1="29350" x2="70667" y2="29350"/>
                          <a14:backgroundMark x1="63500" y1="21114" x2="63500" y2="21114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96097" y="5163097"/>
              <a:ext cx="417733" cy="300072"/>
            </a:xfrm>
            <a:prstGeom prst="rect">
              <a:avLst/>
            </a:prstGeom>
          </p:spPr>
        </p:pic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B689B968-F0B9-DB99-168F-BF016C3F8B1E}"/>
              </a:ext>
            </a:extLst>
          </p:cNvPr>
          <p:cNvGrpSpPr/>
          <p:nvPr/>
        </p:nvGrpSpPr>
        <p:grpSpPr>
          <a:xfrm>
            <a:off x="8814617" y="3993698"/>
            <a:ext cx="863917" cy="582658"/>
            <a:chOff x="9169604" y="4934287"/>
            <a:chExt cx="863917" cy="582658"/>
          </a:xfrm>
        </p:grpSpPr>
        <p:pic>
          <p:nvPicPr>
            <p:cNvPr id="218" name="Picture 217">
              <a:extLst>
                <a:ext uri="{FF2B5EF4-FFF2-40B4-BE49-F238E27FC236}">
                  <a16:creationId xmlns:a16="http://schemas.microsoft.com/office/drawing/2014/main" id="{E0943CC6-3282-A5C9-7D8C-E04F2B6452F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169604" y="4935920"/>
              <a:ext cx="437092" cy="581025"/>
            </a:xfrm>
            <a:prstGeom prst="rect">
              <a:avLst/>
            </a:prstGeom>
          </p:spPr>
        </p:pic>
        <p:pic>
          <p:nvPicPr>
            <p:cNvPr id="219" name="Picture 218">
              <a:extLst>
                <a:ext uri="{FF2B5EF4-FFF2-40B4-BE49-F238E27FC236}">
                  <a16:creationId xmlns:a16="http://schemas.microsoft.com/office/drawing/2014/main" id="{FE2410EA-2FC9-5231-92B6-EE700011AA4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319471" y="4935919"/>
              <a:ext cx="437092" cy="581025"/>
            </a:xfrm>
            <a:prstGeom prst="rect">
              <a:avLst/>
            </a:prstGeom>
          </p:spPr>
        </p:pic>
        <p:pic>
          <p:nvPicPr>
            <p:cNvPr id="220" name="Picture 219">
              <a:extLst>
                <a:ext uri="{FF2B5EF4-FFF2-40B4-BE49-F238E27FC236}">
                  <a16:creationId xmlns:a16="http://schemas.microsoft.com/office/drawing/2014/main" id="{BB15C008-08F6-C4DE-874B-D8F4032BF27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455431" y="4934287"/>
              <a:ext cx="437092" cy="581025"/>
            </a:xfrm>
            <a:prstGeom prst="rect">
              <a:avLst/>
            </a:prstGeom>
          </p:spPr>
        </p:pic>
        <p:pic>
          <p:nvPicPr>
            <p:cNvPr id="221" name="Picture 220">
              <a:extLst>
                <a:ext uri="{FF2B5EF4-FFF2-40B4-BE49-F238E27FC236}">
                  <a16:creationId xmlns:a16="http://schemas.microsoft.com/office/drawing/2014/main" id="{AF17E405-42A2-5D98-DDC9-5F09B11FFB2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596429" y="4934287"/>
              <a:ext cx="437092" cy="581025"/>
            </a:xfrm>
            <a:prstGeom prst="rect">
              <a:avLst/>
            </a:prstGeom>
          </p:spPr>
        </p:pic>
        <p:pic>
          <p:nvPicPr>
            <p:cNvPr id="222" name="Picture 221" descr="A close up of an animal&#10;&#10;Description automatically generated">
              <a:extLst>
                <a:ext uri="{FF2B5EF4-FFF2-40B4-BE49-F238E27FC236}">
                  <a16:creationId xmlns:a16="http://schemas.microsoft.com/office/drawing/2014/main" id="{FA08ECA7-192B-1BEC-4CBA-DFE0CDE02F8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9977" b="92691" l="10000" r="90000">
                          <a14:foregroundMark x1="21000" y1="30510" x2="21000" y2="30510"/>
                          <a14:foregroundMark x1="19500" y1="29466" x2="19500" y2="29466"/>
                          <a14:foregroundMark x1="19833" y1="35267" x2="19833" y2="35267"/>
                          <a14:foregroundMark x1="16750" y1="39443" x2="16750" y2="39443"/>
                          <a14:foregroundMark x1="16750" y1="43155" x2="16750" y2="43155"/>
                          <a14:foregroundMark x1="16250" y1="48840" x2="16250" y2="48840"/>
                          <a14:foregroundMark x1="16250" y1="49420" x2="16250" y2="49420"/>
                          <a14:foregroundMark x1="16750" y1="58005" x2="16750" y2="58005"/>
                          <a14:foregroundMark x1="15417" y1="63109" x2="15417" y2="63109"/>
                          <a14:foregroundMark x1="41333" y1="91415" x2="41333" y2="91415"/>
                          <a14:foregroundMark x1="52333" y1="92459" x2="52333" y2="92459"/>
                          <a14:foregroundMark x1="54750" y1="92691" x2="54750" y2="92691"/>
                          <a14:foregroundMark x1="82500" y1="68097" x2="82500" y2="68097"/>
                          <a14:foregroundMark x1="72333" y1="25754" x2="72333" y2="25754"/>
                          <a14:foregroundMark x1="62417" y1="17633" x2="62417" y2="17633"/>
                          <a14:backgroundMark x1="70667" y1="29350" x2="70667" y2="29350"/>
                          <a14:backgroundMark x1="63500" y1="21114" x2="63500" y2="21114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96097" y="5163097"/>
              <a:ext cx="417733" cy="300072"/>
            </a:xfrm>
            <a:prstGeom prst="rect">
              <a:avLst/>
            </a:prstGeom>
          </p:spPr>
        </p:pic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9E5315C1-BF77-0CAD-BF79-4BE5D8A9A4F9}"/>
              </a:ext>
            </a:extLst>
          </p:cNvPr>
          <p:cNvGrpSpPr/>
          <p:nvPr/>
        </p:nvGrpSpPr>
        <p:grpSpPr>
          <a:xfrm>
            <a:off x="9552099" y="3988193"/>
            <a:ext cx="863917" cy="582658"/>
            <a:chOff x="9169604" y="4934287"/>
            <a:chExt cx="863917" cy="582658"/>
          </a:xfrm>
        </p:grpSpPr>
        <p:pic>
          <p:nvPicPr>
            <p:cNvPr id="224" name="Picture 223">
              <a:extLst>
                <a:ext uri="{FF2B5EF4-FFF2-40B4-BE49-F238E27FC236}">
                  <a16:creationId xmlns:a16="http://schemas.microsoft.com/office/drawing/2014/main" id="{1D9CCA77-22E0-4858-0848-5847453410F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169604" y="4935920"/>
              <a:ext cx="437092" cy="581025"/>
            </a:xfrm>
            <a:prstGeom prst="rect">
              <a:avLst/>
            </a:prstGeom>
          </p:spPr>
        </p:pic>
        <p:pic>
          <p:nvPicPr>
            <p:cNvPr id="225" name="Picture 224">
              <a:extLst>
                <a:ext uri="{FF2B5EF4-FFF2-40B4-BE49-F238E27FC236}">
                  <a16:creationId xmlns:a16="http://schemas.microsoft.com/office/drawing/2014/main" id="{779753DB-F88F-9540-0F4A-7743ABB2159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319471" y="4935919"/>
              <a:ext cx="437092" cy="581025"/>
            </a:xfrm>
            <a:prstGeom prst="rect">
              <a:avLst/>
            </a:prstGeom>
          </p:spPr>
        </p:pic>
        <p:pic>
          <p:nvPicPr>
            <p:cNvPr id="226" name="Picture 225">
              <a:extLst>
                <a:ext uri="{FF2B5EF4-FFF2-40B4-BE49-F238E27FC236}">
                  <a16:creationId xmlns:a16="http://schemas.microsoft.com/office/drawing/2014/main" id="{05A0ACC9-E5EF-D362-F851-76B743953C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455431" y="4934287"/>
              <a:ext cx="437092" cy="581025"/>
            </a:xfrm>
            <a:prstGeom prst="rect">
              <a:avLst/>
            </a:prstGeom>
          </p:spPr>
        </p:pic>
        <p:pic>
          <p:nvPicPr>
            <p:cNvPr id="227" name="Picture 226">
              <a:extLst>
                <a:ext uri="{FF2B5EF4-FFF2-40B4-BE49-F238E27FC236}">
                  <a16:creationId xmlns:a16="http://schemas.microsoft.com/office/drawing/2014/main" id="{36BD937E-75D2-2EEC-1108-238E588C8F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596429" y="4934287"/>
              <a:ext cx="437092" cy="581025"/>
            </a:xfrm>
            <a:prstGeom prst="rect">
              <a:avLst/>
            </a:prstGeom>
          </p:spPr>
        </p:pic>
        <p:pic>
          <p:nvPicPr>
            <p:cNvPr id="228" name="Picture 227" descr="A close up of an animal&#10;&#10;Description automatically generated">
              <a:extLst>
                <a:ext uri="{FF2B5EF4-FFF2-40B4-BE49-F238E27FC236}">
                  <a16:creationId xmlns:a16="http://schemas.microsoft.com/office/drawing/2014/main" id="{D325A841-75FD-D877-55CA-E1E27731795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9977" b="92691" l="10000" r="90000">
                          <a14:foregroundMark x1="21000" y1="30510" x2="21000" y2="30510"/>
                          <a14:foregroundMark x1="19500" y1="29466" x2="19500" y2="29466"/>
                          <a14:foregroundMark x1="19833" y1="35267" x2="19833" y2="35267"/>
                          <a14:foregroundMark x1="16750" y1="39443" x2="16750" y2="39443"/>
                          <a14:foregroundMark x1="16750" y1="43155" x2="16750" y2="43155"/>
                          <a14:foregroundMark x1="16250" y1="48840" x2="16250" y2="48840"/>
                          <a14:foregroundMark x1="16250" y1="49420" x2="16250" y2="49420"/>
                          <a14:foregroundMark x1="16750" y1="58005" x2="16750" y2="58005"/>
                          <a14:foregroundMark x1="15417" y1="63109" x2="15417" y2="63109"/>
                          <a14:foregroundMark x1="41333" y1="91415" x2="41333" y2="91415"/>
                          <a14:foregroundMark x1="52333" y1="92459" x2="52333" y2="92459"/>
                          <a14:foregroundMark x1="54750" y1="92691" x2="54750" y2="92691"/>
                          <a14:foregroundMark x1="82500" y1="68097" x2="82500" y2="68097"/>
                          <a14:foregroundMark x1="72333" y1="25754" x2="72333" y2="25754"/>
                          <a14:foregroundMark x1="62417" y1="17633" x2="62417" y2="17633"/>
                          <a14:backgroundMark x1="70667" y1="29350" x2="70667" y2="29350"/>
                          <a14:backgroundMark x1="63500" y1="21114" x2="63500" y2="21114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96097" y="5163097"/>
              <a:ext cx="417733" cy="300072"/>
            </a:xfrm>
            <a:prstGeom prst="rect">
              <a:avLst/>
            </a:prstGeom>
          </p:spPr>
        </p:pic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1F977C9E-68C6-9C4C-04F9-F7005593EB12}"/>
              </a:ext>
            </a:extLst>
          </p:cNvPr>
          <p:cNvGrpSpPr/>
          <p:nvPr/>
        </p:nvGrpSpPr>
        <p:grpSpPr>
          <a:xfrm>
            <a:off x="10281583" y="3988193"/>
            <a:ext cx="863917" cy="582658"/>
            <a:chOff x="9169604" y="4934287"/>
            <a:chExt cx="863917" cy="582658"/>
          </a:xfrm>
        </p:grpSpPr>
        <p:pic>
          <p:nvPicPr>
            <p:cNvPr id="230" name="Picture 229">
              <a:extLst>
                <a:ext uri="{FF2B5EF4-FFF2-40B4-BE49-F238E27FC236}">
                  <a16:creationId xmlns:a16="http://schemas.microsoft.com/office/drawing/2014/main" id="{70C9FB6C-0907-DB79-1576-7057F8AF21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169604" y="4935920"/>
              <a:ext cx="437092" cy="581025"/>
            </a:xfrm>
            <a:prstGeom prst="rect">
              <a:avLst/>
            </a:prstGeom>
          </p:spPr>
        </p:pic>
        <p:pic>
          <p:nvPicPr>
            <p:cNvPr id="231" name="Picture 230">
              <a:extLst>
                <a:ext uri="{FF2B5EF4-FFF2-40B4-BE49-F238E27FC236}">
                  <a16:creationId xmlns:a16="http://schemas.microsoft.com/office/drawing/2014/main" id="{A02CDCC7-236C-95CE-2BC0-A90765F037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319471" y="4935919"/>
              <a:ext cx="437092" cy="581025"/>
            </a:xfrm>
            <a:prstGeom prst="rect">
              <a:avLst/>
            </a:prstGeom>
          </p:spPr>
        </p:pic>
        <p:pic>
          <p:nvPicPr>
            <p:cNvPr id="232" name="Picture 231">
              <a:extLst>
                <a:ext uri="{FF2B5EF4-FFF2-40B4-BE49-F238E27FC236}">
                  <a16:creationId xmlns:a16="http://schemas.microsoft.com/office/drawing/2014/main" id="{F1F7A235-5E46-07F7-C698-70D00BF9C7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455431" y="4934287"/>
              <a:ext cx="437092" cy="581025"/>
            </a:xfrm>
            <a:prstGeom prst="rect">
              <a:avLst/>
            </a:prstGeom>
          </p:spPr>
        </p:pic>
        <p:pic>
          <p:nvPicPr>
            <p:cNvPr id="233" name="Picture 232">
              <a:extLst>
                <a:ext uri="{FF2B5EF4-FFF2-40B4-BE49-F238E27FC236}">
                  <a16:creationId xmlns:a16="http://schemas.microsoft.com/office/drawing/2014/main" id="{B77C4353-8A7E-D572-ABF5-E64A0F5ECF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7215" y1="84517" x2="47215" y2="84517"/>
                          <a14:foregroundMark x1="45036" y1="83971" x2="45036" y2="83971"/>
                          <a14:foregroundMark x1="53753" y1="83607" x2="53753" y2="83607"/>
                          <a14:foregroundMark x1="54722" y1="84517" x2="54722" y2="84517"/>
                          <a14:foregroundMark x1="56416" y1="84153" x2="56416" y2="84153"/>
                          <a14:foregroundMark x1="53269" y1="86157" x2="53269" y2="86157"/>
                          <a14:foregroundMark x1="43584" y1="83789" x2="43584" y2="83789"/>
                          <a14:foregroundMark x1="44310" y1="85246" x2="44310" y2="85246"/>
                          <a14:foregroundMark x1="46005" y1="85246" x2="46005" y2="85246"/>
                          <a14:foregroundMark x1="43099" y1="85974" x2="43099" y2="85974"/>
                          <a14:foregroundMark x1="42131" y1="85064" x2="42131" y2="85064"/>
                          <a14:foregroundMark x1="52058" y1="84517" x2="52058" y2="84517"/>
                          <a14:foregroundMark x1="49879" y1="84153" x2="49879" y2="84153"/>
                          <a14:foregroundMark x1="51574" y1="84153" x2="51574" y2="84153"/>
                          <a14:foregroundMark x1="52058" y1="84699" x2="52058" y2="84699"/>
                          <a14:foregroundMark x1="51816" y1="84335" x2="51816" y2="84335"/>
                          <a14:foregroundMark x1="52058" y1="84517" x2="52058" y2="84517"/>
                          <a14:foregroundMark x1="52300" y1="84335" x2="52300" y2="84335"/>
                          <a14:foregroundMark x1="51816" y1="84517" x2="51816" y2="84517"/>
                          <a14:foregroundMark x1="51574" y1="84517" x2="52058" y2="84517"/>
                          <a14:foregroundMark x1="52542" y1="84517" x2="52542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517" x2="49395" y2="84517"/>
                          <a14:foregroundMark x1="49395" y1="84699" x2="50605" y2="84699"/>
                          <a14:foregroundMark x1="44794" y1="84699" x2="46005" y2="84882"/>
                          <a14:backgroundMark x1="41646" y1="34426" x2="41646" y2="34426"/>
                          <a14:backgroundMark x1="51574" y1="31512" x2="51574" y2="31512"/>
                          <a14:backgroundMark x1="54479" y1="29872" x2="54479" y2="29872"/>
                          <a14:backgroundMark x1="48910" y1="27687" x2="48910" y2="27687"/>
                          <a14:backgroundMark x1="39952" y1="19672" x2="39952" y2="19672"/>
                          <a14:backgroundMark x1="58596" y1="31148" x2="58596" y2="31148"/>
                          <a14:backgroundMark x1="59564" y1="25137" x2="59564" y2="25137"/>
                          <a14:backgroundMark x1="51574" y1="40801" x2="51574" y2="40801"/>
                          <a14:backgroundMark x1="50121" y1="39344" x2="50121" y2="39344"/>
                          <a14:backgroundMark x1="53027" y1="37705" x2="53027" y2="37705"/>
                          <a14:backgroundMark x1="46489" y1="43898" x2="46489" y2="43898"/>
                          <a14:backgroundMark x1="49637" y1="42987" x2="49637" y2="42987"/>
                          <a14:backgroundMark x1="44552" y1="48998" x2="44552" y2="48998"/>
                          <a14:backgroundMark x1="47700" y1="47541" x2="47700" y2="47541"/>
                          <a14:backgroundMark x1="47215" y1="48452" x2="47215" y2="48452"/>
                          <a14:backgroundMark x1="47215" y1="48998" x2="47215" y2="48998"/>
                          <a14:backgroundMark x1="48184" y1="45537" x2="48184" y2="45537"/>
                          <a14:backgroundMark x1="51090" y1="54645" x2="51090" y2="54645"/>
                          <a14:backgroundMark x1="49153" y1="59199" x2="49153" y2="59199"/>
                          <a14:backgroundMark x1="46247" y1="58106" x2="46247" y2="58106"/>
                          <a14:backgroundMark x1="46005" y1="57195" x2="46005" y2="57195"/>
                          <a14:backgroundMark x1="45278" y1="56102" x2="45278" y2="56102"/>
                          <a14:backgroundMark x1="56416" y1="56466" x2="56416" y2="56466"/>
                          <a14:backgroundMark x1="51574" y1="73224" x2="51574" y2="73224"/>
                          <a14:backgroundMark x1="51574" y1="68306" x2="51574" y2="68306"/>
                          <a14:backgroundMark x1="48426" y1="73588" x2="48426" y2="73588"/>
                          <a14:backgroundMark x1="50847" y1="70492" x2="50847" y2="7049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596429" y="4934287"/>
              <a:ext cx="437092" cy="581025"/>
            </a:xfrm>
            <a:prstGeom prst="rect">
              <a:avLst/>
            </a:prstGeom>
          </p:spPr>
        </p:pic>
        <p:pic>
          <p:nvPicPr>
            <p:cNvPr id="234" name="Picture 233" descr="A close up of an animal&#10;&#10;Description automatically generated">
              <a:extLst>
                <a:ext uri="{FF2B5EF4-FFF2-40B4-BE49-F238E27FC236}">
                  <a16:creationId xmlns:a16="http://schemas.microsoft.com/office/drawing/2014/main" id="{C61CFAC3-5F7B-DA9A-A8DB-F4B3F762740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9977" b="92691" l="10000" r="90000">
                          <a14:foregroundMark x1="21000" y1="30510" x2="21000" y2="30510"/>
                          <a14:foregroundMark x1="19500" y1="29466" x2="19500" y2="29466"/>
                          <a14:foregroundMark x1="19833" y1="35267" x2="19833" y2="35267"/>
                          <a14:foregroundMark x1="16750" y1="39443" x2="16750" y2="39443"/>
                          <a14:foregroundMark x1="16750" y1="43155" x2="16750" y2="43155"/>
                          <a14:foregroundMark x1="16250" y1="48840" x2="16250" y2="48840"/>
                          <a14:foregroundMark x1="16250" y1="49420" x2="16250" y2="49420"/>
                          <a14:foregroundMark x1="16750" y1="58005" x2="16750" y2="58005"/>
                          <a14:foregroundMark x1="15417" y1="63109" x2="15417" y2="63109"/>
                          <a14:foregroundMark x1="41333" y1="91415" x2="41333" y2="91415"/>
                          <a14:foregroundMark x1="52333" y1="92459" x2="52333" y2="92459"/>
                          <a14:foregroundMark x1="54750" y1="92691" x2="54750" y2="92691"/>
                          <a14:foregroundMark x1="82500" y1="68097" x2="82500" y2="68097"/>
                          <a14:foregroundMark x1="72333" y1="25754" x2="72333" y2="25754"/>
                          <a14:foregroundMark x1="62417" y1="17633" x2="62417" y2="17633"/>
                          <a14:backgroundMark x1="70667" y1="29350" x2="70667" y2="29350"/>
                          <a14:backgroundMark x1="63500" y1="21114" x2="63500" y2="21114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96097" y="5163097"/>
              <a:ext cx="417733" cy="300072"/>
            </a:xfrm>
            <a:prstGeom prst="rect">
              <a:avLst/>
            </a:prstGeom>
          </p:spPr>
        </p:pic>
      </p:grpSp>
      <p:sp>
        <p:nvSpPr>
          <p:cNvPr id="235" name="Rectangle 234">
            <a:extLst>
              <a:ext uri="{FF2B5EF4-FFF2-40B4-BE49-F238E27FC236}">
                <a16:creationId xmlns:a16="http://schemas.microsoft.com/office/drawing/2014/main" id="{7B75A3D9-AA58-DAFE-2F55-44349D733B32}"/>
              </a:ext>
            </a:extLst>
          </p:cNvPr>
          <p:cNvSpPr/>
          <p:nvPr/>
        </p:nvSpPr>
        <p:spPr>
          <a:xfrm>
            <a:off x="4995637" y="2307291"/>
            <a:ext cx="6358699" cy="4206756"/>
          </a:xfrm>
          <a:prstGeom prst="rect">
            <a:avLst/>
          </a:prstGeom>
          <a:noFill/>
          <a:ln w="15875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7" name="Rectangle 236">
            <a:extLst>
              <a:ext uri="{FF2B5EF4-FFF2-40B4-BE49-F238E27FC236}">
                <a16:creationId xmlns:a16="http://schemas.microsoft.com/office/drawing/2014/main" id="{510AE428-9BD7-1018-697A-E5BA82B6A717}"/>
              </a:ext>
            </a:extLst>
          </p:cNvPr>
          <p:cNvSpPr/>
          <p:nvPr/>
        </p:nvSpPr>
        <p:spPr>
          <a:xfrm>
            <a:off x="684701" y="3674862"/>
            <a:ext cx="4059872" cy="1039211"/>
          </a:xfrm>
          <a:prstGeom prst="rect">
            <a:avLst/>
          </a:prstGeom>
          <a:noFill/>
          <a:ln w="15875">
            <a:solidFill>
              <a:srgbClr val="9998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72C017DE-A46C-E855-FE77-32C04E199145}"/>
              </a:ext>
            </a:extLst>
          </p:cNvPr>
          <p:cNvSpPr txBox="1"/>
          <p:nvPr/>
        </p:nvSpPr>
        <p:spPr>
          <a:xfrm>
            <a:off x="8928225" y="5169635"/>
            <a:ext cx="261281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+mj-lt"/>
                <a:ea typeface="Gadugi" panose="020B0502040204020203" pitchFamily="34" charset="0"/>
              </a:rPr>
              <a:t>Cage array</a:t>
            </a:r>
          </a:p>
          <a:p>
            <a:r>
              <a:rPr lang="en-US" sz="1400" dirty="0">
                <a:latin typeface="+mj-lt"/>
                <a:ea typeface="Gadugi" panose="020B0502040204020203" pitchFamily="34" charset="0"/>
              </a:rPr>
              <a:t>n=20 1 x 1 x 0.4m cages</a:t>
            </a:r>
          </a:p>
          <a:p>
            <a:r>
              <a:rPr lang="en-US" sz="1400" dirty="0">
                <a:latin typeface="+mj-lt"/>
                <a:ea typeface="Gadugi" panose="020B0502040204020203" pitchFamily="34" charset="0"/>
              </a:rPr>
              <a:t>Not to scale</a:t>
            </a:r>
          </a:p>
        </p:txBody>
      </p:sp>
      <p:grpSp>
        <p:nvGrpSpPr>
          <p:cNvPr id="241" name="Group 240">
            <a:extLst>
              <a:ext uri="{FF2B5EF4-FFF2-40B4-BE49-F238E27FC236}">
                <a16:creationId xmlns:a16="http://schemas.microsoft.com/office/drawing/2014/main" id="{B1758AB7-DE86-F0F0-B221-3B0B2C8124B3}"/>
              </a:ext>
            </a:extLst>
          </p:cNvPr>
          <p:cNvGrpSpPr/>
          <p:nvPr/>
        </p:nvGrpSpPr>
        <p:grpSpPr>
          <a:xfrm>
            <a:off x="684701" y="1001760"/>
            <a:ext cx="4059872" cy="1046440"/>
            <a:chOff x="286231" y="611560"/>
            <a:chExt cx="4059872" cy="1046440"/>
          </a:xfrm>
        </p:grpSpPr>
        <p:sp>
          <p:nvSpPr>
            <p:cNvPr id="239" name="TextBox 238">
              <a:extLst>
                <a:ext uri="{FF2B5EF4-FFF2-40B4-BE49-F238E27FC236}">
                  <a16:creationId xmlns:a16="http://schemas.microsoft.com/office/drawing/2014/main" id="{62832ABC-8D9D-1243-AF0D-DED3720F60B9}"/>
                </a:ext>
              </a:extLst>
            </p:cNvPr>
            <p:cNvSpPr txBox="1"/>
            <p:nvPr/>
          </p:nvSpPr>
          <p:spPr>
            <a:xfrm>
              <a:off x="286231" y="611560"/>
              <a:ext cx="4059872" cy="1046440"/>
            </a:xfrm>
            <a:prstGeom prst="rect">
              <a:avLst/>
            </a:prstGeom>
            <a:noFill/>
            <a:ln w="15875">
              <a:solidFill>
                <a:srgbClr val="7C496A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+mj-lt"/>
                  <a:ea typeface="Gadugi" panose="020B0502040204020203" pitchFamily="34" charset="0"/>
                </a:rPr>
                <a:t>Sea urchins</a:t>
              </a:r>
            </a:p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n=10 or n=20 4-5cm purple urchins</a:t>
              </a:r>
            </a:p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(</a:t>
              </a:r>
              <a:r>
                <a:rPr lang="en-US" sz="1400" i="1" dirty="0">
                  <a:latin typeface="+mj-lt"/>
                  <a:ea typeface="Gadugi" panose="020B0502040204020203" pitchFamily="34" charset="0"/>
                </a:rPr>
                <a:t>Strongylocentrotus purpuratus</a:t>
              </a:r>
              <a:r>
                <a:rPr lang="en-US" sz="1400" dirty="0">
                  <a:latin typeface="+mj-lt"/>
                  <a:ea typeface="Gadugi" panose="020B0502040204020203" pitchFamily="34" charset="0"/>
                </a:rPr>
                <a:t>)  </a:t>
              </a:r>
            </a:p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within each cage </a:t>
              </a:r>
            </a:p>
          </p:txBody>
        </p:sp>
        <p:pic>
          <p:nvPicPr>
            <p:cNvPr id="240" name="Picture 239" descr="A close up of an animal&#10;&#10;Description automatically generated">
              <a:extLst>
                <a:ext uri="{FF2B5EF4-FFF2-40B4-BE49-F238E27FC236}">
                  <a16:creationId xmlns:a16="http://schemas.microsoft.com/office/drawing/2014/main" id="{A136FDD9-38CB-C535-2EF5-7EED25B45F6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9977" b="92691" l="10000" r="90000">
                          <a14:foregroundMark x1="21000" y1="30510" x2="21000" y2="30510"/>
                          <a14:foregroundMark x1="19500" y1="29466" x2="19500" y2="29466"/>
                          <a14:foregroundMark x1="19833" y1="35267" x2="19833" y2="35267"/>
                          <a14:foregroundMark x1="16750" y1="39443" x2="16750" y2="39443"/>
                          <a14:foregroundMark x1="16750" y1="43155" x2="16750" y2="43155"/>
                          <a14:foregroundMark x1="16250" y1="48840" x2="16250" y2="48840"/>
                          <a14:foregroundMark x1="16250" y1="49420" x2="16250" y2="49420"/>
                          <a14:foregroundMark x1="16750" y1="58005" x2="16750" y2="58005"/>
                          <a14:foregroundMark x1="15417" y1="63109" x2="15417" y2="63109"/>
                          <a14:foregroundMark x1="41333" y1="91415" x2="41333" y2="91415"/>
                          <a14:foregroundMark x1="52333" y1="92459" x2="52333" y2="92459"/>
                          <a14:foregroundMark x1="54750" y1="92691" x2="54750" y2="92691"/>
                          <a14:foregroundMark x1="82500" y1="68097" x2="82500" y2="68097"/>
                          <a14:foregroundMark x1="72333" y1="25754" x2="72333" y2="25754"/>
                          <a14:foregroundMark x1="62417" y1="17633" x2="62417" y2="17633"/>
                          <a14:backgroundMark x1="70667" y1="29350" x2="70667" y2="29350"/>
                          <a14:backgroundMark x1="63500" y1="21114" x2="63500" y2="21114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65335" y="977097"/>
              <a:ext cx="569085" cy="408793"/>
            </a:xfrm>
            <a:prstGeom prst="rect">
              <a:avLst/>
            </a:prstGeom>
            <a:solidFill>
              <a:schemeClr val="bg1">
                <a:alpha val="0"/>
              </a:schemeClr>
            </a:solidFill>
          </p:spPr>
        </p:pic>
      </p:grpSp>
      <p:sp>
        <p:nvSpPr>
          <p:cNvPr id="245" name="TextBox 244">
            <a:extLst>
              <a:ext uri="{FF2B5EF4-FFF2-40B4-BE49-F238E27FC236}">
                <a16:creationId xmlns:a16="http://schemas.microsoft.com/office/drawing/2014/main" id="{5F8857A4-83ED-3A07-4874-A5C86BEA3970}"/>
              </a:ext>
            </a:extLst>
          </p:cNvPr>
          <p:cNvSpPr txBox="1"/>
          <p:nvPr/>
        </p:nvSpPr>
        <p:spPr>
          <a:xfrm>
            <a:off x="571591" y="374288"/>
            <a:ext cx="6282920" cy="461665"/>
          </a:xfrm>
          <a:prstGeom prst="rect">
            <a:avLst/>
          </a:prstGeom>
          <a:noFill/>
          <a:ln w="15875">
            <a:noFill/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+mj-lt"/>
                <a:ea typeface="Gadugi" panose="020B0502040204020203" pitchFamily="34" charset="0"/>
              </a:rPr>
              <a:t>Experimental cage treatments across space</a:t>
            </a:r>
          </a:p>
        </p:txBody>
      </p:sp>
    </p:spTree>
    <p:extLst>
      <p:ext uri="{BB962C8B-B14F-4D97-AF65-F5344CB8AC3E}">
        <p14:creationId xmlns:p14="http://schemas.microsoft.com/office/powerpoint/2010/main" val="11055781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</TotalTime>
  <Words>125</Words>
  <Application>Microsoft Office PowerPoint</Application>
  <PresentationFormat>Widescreen</PresentationFormat>
  <Paragraphs>32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Zachary Randell</dc:creator>
  <cp:lastModifiedBy>Zachary Randell</cp:lastModifiedBy>
  <cp:revision>14</cp:revision>
  <dcterms:created xsi:type="dcterms:W3CDTF">2026-06-02T15:16:13Z</dcterms:created>
  <dcterms:modified xsi:type="dcterms:W3CDTF">2026-06-05T20:51:50Z</dcterms:modified>
</cp:coreProperties>
</file>