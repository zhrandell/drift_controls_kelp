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0972800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8FA3"/>
    <a:srgbClr val="7C496A"/>
    <a:srgbClr val="9998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0D4B74-02B6-4A54-81EE-85EBA6C46217}" v="76" dt="2026-07-08T21:57:03.1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56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152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achary Randell" userId="4632875424_tp_dropbox_plus" providerId="OAuth2" clId="{94F170DD-8542-47A7-905C-5CC9F103855A}"/>
    <pc:docChg chg="undo custSel delSld modSld">
      <pc:chgData name="Zachary Randell" userId="4632875424_tp_dropbox_plus" providerId="OAuth2" clId="{94F170DD-8542-47A7-905C-5CC9F103855A}" dt="2026-07-08T21:58:08.574" v="414" actId="1076"/>
      <pc:docMkLst>
        <pc:docMk/>
      </pc:docMkLst>
      <pc:sldChg chg="addSp delSp modSp mod">
        <pc:chgData name="Zachary Randell" userId="4632875424_tp_dropbox_plus" providerId="OAuth2" clId="{94F170DD-8542-47A7-905C-5CC9F103855A}" dt="2026-07-08T21:58:08.574" v="414" actId="1076"/>
        <pc:sldMkLst>
          <pc:docMk/>
          <pc:sldMk cId="1105578165" sldId="256"/>
        </pc:sldMkLst>
        <pc:spChg chg="del mod">
          <ac:chgData name="Zachary Randell" userId="4632875424_tp_dropbox_plus" providerId="OAuth2" clId="{94F170DD-8542-47A7-905C-5CC9F103855A}" dt="2026-07-08T21:36:15.257" v="65" actId="478"/>
          <ac:spMkLst>
            <pc:docMk/>
            <pc:sldMk cId="1105578165" sldId="256"/>
            <ac:spMk id="6" creationId="{D7C839A8-1B05-3D96-B33A-ACF0B7B2EE23}"/>
          </ac:spMkLst>
        </pc:spChg>
        <pc:spChg chg="del">
          <ac:chgData name="Zachary Randell" userId="4632875424_tp_dropbox_plus" providerId="OAuth2" clId="{94F170DD-8542-47A7-905C-5CC9F103855A}" dt="2026-07-08T21:37:00.183" v="74" actId="478"/>
          <ac:spMkLst>
            <pc:docMk/>
            <pc:sldMk cId="1105578165" sldId="256"/>
            <ac:spMk id="7" creationId="{E8476464-727A-8C15-69BC-1A2F3C78ADA9}"/>
          </ac:spMkLst>
        </pc:spChg>
        <pc:spChg chg="mod">
          <ac:chgData name="Zachary Randell" userId="4632875424_tp_dropbox_plus" providerId="OAuth2" clId="{94F170DD-8542-47A7-905C-5CC9F103855A}" dt="2026-07-08T21:58:03.129" v="412" actId="1076"/>
          <ac:spMkLst>
            <pc:docMk/>
            <pc:sldMk cId="1105578165" sldId="256"/>
            <ac:spMk id="14" creationId="{0B5EBCD5-35EB-C60F-B960-2E0E7CF642D0}"/>
          </ac:spMkLst>
        </pc:spChg>
        <pc:spChg chg="mod">
          <ac:chgData name="Zachary Randell" userId="4632875424_tp_dropbox_plus" providerId="OAuth2" clId="{94F170DD-8542-47A7-905C-5CC9F103855A}" dt="2026-07-08T21:53:32.668" v="356" actId="1038"/>
          <ac:spMkLst>
            <pc:docMk/>
            <pc:sldMk cId="1105578165" sldId="256"/>
            <ac:spMk id="16" creationId="{A7BDE360-E647-EA46-CA36-7F9826FF1A0E}"/>
          </ac:spMkLst>
        </pc:spChg>
        <pc:spChg chg="del">
          <ac:chgData name="Zachary Randell" userId="4632875424_tp_dropbox_plus" providerId="OAuth2" clId="{94F170DD-8542-47A7-905C-5CC9F103855A}" dt="2026-07-08T21:37:16.370" v="82" actId="478"/>
          <ac:spMkLst>
            <pc:docMk/>
            <pc:sldMk cId="1105578165" sldId="256"/>
            <ac:spMk id="24" creationId="{86A000DE-A17C-A678-BDC8-31A4E8CCB4AE}"/>
          </ac:spMkLst>
        </pc:spChg>
        <pc:spChg chg="mod ord">
          <ac:chgData name="Zachary Randell" userId="4632875424_tp_dropbox_plus" providerId="OAuth2" clId="{94F170DD-8542-47A7-905C-5CC9F103855A}" dt="2026-07-08T21:53:32.668" v="356" actId="1038"/>
          <ac:spMkLst>
            <pc:docMk/>
            <pc:sldMk cId="1105578165" sldId="256"/>
            <ac:spMk id="25" creationId="{CECC9874-0AE9-E850-3F4B-2B3E8B31CA56}"/>
          </ac:spMkLst>
        </pc:spChg>
        <pc:spChg chg="mod">
          <ac:chgData name="Zachary Randell" userId="4632875424_tp_dropbox_plus" providerId="OAuth2" clId="{94F170DD-8542-47A7-905C-5CC9F103855A}" dt="2026-07-08T21:53:32.668" v="356" actId="1038"/>
          <ac:spMkLst>
            <pc:docMk/>
            <pc:sldMk cId="1105578165" sldId="256"/>
            <ac:spMk id="31" creationId="{9807B970-6617-0E9E-4CB9-69D0AC762091}"/>
          </ac:spMkLst>
        </pc:spChg>
        <pc:spChg chg="mod">
          <ac:chgData name="Zachary Randell" userId="4632875424_tp_dropbox_plus" providerId="OAuth2" clId="{94F170DD-8542-47A7-905C-5CC9F103855A}" dt="2026-07-08T21:53:32.668" v="356" actId="1038"/>
          <ac:spMkLst>
            <pc:docMk/>
            <pc:sldMk cId="1105578165" sldId="256"/>
            <ac:spMk id="33" creationId="{8FC28AB5-0538-0281-760E-E7DB9966F0FC}"/>
          </ac:spMkLst>
        </pc:spChg>
        <pc:spChg chg="mod">
          <ac:chgData name="Zachary Randell" userId="4632875424_tp_dropbox_plus" providerId="OAuth2" clId="{94F170DD-8542-47A7-905C-5CC9F103855A}" dt="2026-07-08T21:53:32.668" v="356" actId="1038"/>
          <ac:spMkLst>
            <pc:docMk/>
            <pc:sldMk cId="1105578165" sldId="256"/>
            <ac:spMk id="35" creationId="{AC6A3E22-4672-805D-5D98-B54A5E709FCE}"/>
          </ac:spMkLst>
        </pc:spChg>
        <pc:spChg chg="mod">
          <ac:chgData name="Zachary Randell" userId="4632875424_tp_dropbox_plus" providerId="OAuth2" clId="{94F170DD-8542-47A7-905C-5CC9F103855A}" dt="2026-07-06T15:27:23.882" v="15" actId="14100"/>
          <ac:spMkLst>
            <pc:docMk/>
            <pc:sldMk cId="1105578165" sldId="256"/>
            <ac:spMk id="42" creationId="{82D3663F-7B6A-2015-678E-F03884579831}"/>
          </ac:spMkLst>
        </pc:spChg>
        <pc:spChg chg="add mod">
          <ac:chgData name="Zachary Randell" userId="4632875424_tp_dropbox_plus" providerId="OAuth2" clId="{94F170DD-8542-47A7-905C-5CC9F103855A}" dt="2026-07-08T21:41:44.337" v="149" actId="1076"/>
          <ac:spMkLst>
            <pc:docMk/>
            <pc:sldMk cId="1105578165" sldId="256"/>
            <ac:spMk id="48" creationId="{4621D24B-7ABC-F0DA-A98A-B28EBCA1CAF0}"/>
          </ac:spMkLst>
        </pc:spChg>
        <pc:spChg chg="mod">
          <ac:chgData name="Zachary Randell" userId="4632875424_tp_dropbox_plus" providerId="OAuth2" clId="{94F170DD-8542-47A7-905C-5CC9F103855A}" dt="2026-07-08T21:51:43.270" v="345" actId="6549"/>
          <ac:spMkLst>
            <pc:docMk/>
            <pc:sldMk cId="1105578165" sldId="256"/>
            <ac:spMk id="49" creationId="{E712B2FA-D28A-5D72-2FF8-02FE037C37A1}"/>
          </ac:spMkLst>
        </pc:spChg>
        <pc:spChg chg="add mod">
          <ac:chgData name="Zachary Randell" userId="4632875424_tp_dropbox_plus" providerId="OAuth2" clId="{94F170DD-8542-47A7-905C-5CC9F103855A}" dt="2026-07-08T21:41:51.310" v="150" actId="1076"/>
          <ac:spMkLst>
            <pc:docMk/>
            <pc:sldMk cId="1105578165" sldId="256"/>
            <ac:spMk id="50" creationId="{554DD7EE-0A21-2A86-3BA5-1D2AF8A35BC4}"/>
          </ac:spMkLst>
        </pc:spChg>
        <pc:spChg chg="mod">
          <ac:chgData name="Zachary Randell" userId="4632875424_tp_dropbox_plus" providerId="OAuth2" clId="{94F170DD-8542-47A7-905C-5CC9F103855A}" dt="2026-07-08T21:53:32.668" v="356" actId="1038"/>
          <ac:spMkLst>
            <pc:docMk/>
            <pc:sldMk cId="1105578165" sldId="256"/>
            <ac:spMk id="58" creationId="{8AF897BA-5AA4-4FB4-E079-2E5CD9EF1E04}"/>
          </ac:spMkLst>
        </pc:spChg>
        <pc:spChg chg="mod">
          <ac:chgData name="Zachary Randell" userId="4632875424_tp_dropbox_plus" providerId="OAuth2" clId="{94F170DD-8542-47A7-905C-5CC9F103855A}" dt="2026-07-08T21:53:32.668" v="356" actId="1038"/>
          <ac:spMkLst>
            <pc:docMk/>
            <pc:sldMk cId="1105578165" sldId="256"/>
            <ac:spMk id="111" creationId="{3B8563F4-6CA2-4A91-6B2C-0B8AF983C435}"/>
          </ac:spMkLst>
        </pc:spChg>
        <pc:spChg chg="mod">
          <ac:chgData name="Zachary Randell" userId="4632875424_tp_dropbox_plus" providerId="OAuth2" clId="{94F170DD-8542-47A7-905C-5CC9F103855A}" dt="2026-07-08T21:53:32.668" v="356" actId="1038"/>
          <ac:spMkLst>
            <pc:docMk/>
            <pc:sldMk cId="1105578165" sldId="256"/>
            <ac:spMk id="113" creationId="{6E561FA1-C5D4-6E19-8723-743F773E56EA}"/>
          </ac:spMkLst>
        </pc:spChg>
        <pc:spChg chg="add del mod">
          <ac:chgData name="Zachary Randell" userId="4632875424_tp_dropbox_plus" providerId="OAuth2" clId="{94F170DD-8542-47A7-905C-5CC9F103855A}" dt="2026-07-08T21:47:07.824" v="237" actId="478"/>
          <ac:spMkLst>
            <pc:docMk/>
            <pc:sldMk cId="1105578165" sldId="256"/>
            <ac:spMk id="117" creationId="{CBD078A2-A7CB-0C1F-492A-378DFA271E49}"/>
          </ac:spMkLst>
        </pc:spChg>
        <pc:spChg chg="mod">
          <ac:chgData name="Zachary Randell" userId="4632875424_tp_dropbox_plus" providerId="OAuth2" clId="{94F170DD-8542-47A7-905C-5CC9F103855A}" dt="2026-07-08T21:53:32.668" v="356" actId="1038"/>
          <ac:spMkLst>
            <pc:docMk/>
            <pc:sldMk cId="1105578165" sldId="256"/>
            <ac:spMk id="235" creationId="{7B75A3D9-AA58-DAFE-2F55-44349D733B32}"/>
          </ac:spMkLst>
        </pc:spChg>
        <pc:spChg chg="mod">
          <ac:chgData name="Zachary Randell" userId="4632875424_tp_dropbox_plus" providerId="OAuth2" clId="{94F170DD-8542-47A7-905C-5CC9F103855A}" dt="2026-07-08T21:57:45.273" v="411" actId="1076"/>
          <ac:spMkLst>
            <pc:docMk/>
            <pc:sldMk cId="1105578165" sldId="256"/>
            <ac:spMk id="238" creationId="{72C017DE-A46C-E855-FE77-32C04E199145}"/>
          </ac:spMkLst>
        </pc:spChg>
        <pc:spChg chg="add del mod">
          <ac:chgData name="Zachary Randell" userId="4632875424_tp_dropbox_plus" providerId="OAuth2" clId="{94F170DD-8542-47A7-905C-5CC9F103855A}" dt="2026-07-08T21:38:20.293" v="104" actId="478"/>
          <ac:spMkLst>
            <pc:docMk/>
            <pc:sldMk cId="1105578165" sldId="256"/>
            <ac:spMk id="251" creationId="{836C9A42-9B54-4A35-E8E3-AC30AFA61967}"/>
          </ac:spMkLst>
        </pc:spChg>
        <pc:spChg chg="add mod">
          <ac:chgData name="Zachary Randell" userId="4632875424_tp_dropbox_plus" providerId="OAuth2" clId="{94F170DD-8542-47A7-905C-5CC9F103855A}" dt="2026-07-08T21:50:04.733" v="324" actId="1076"/>
          <ac:spMkLst>
            <pc:docMk/>
            <pc:sldMk cId="1105578165" sldId="256"/>
            <ac:spMk id="280" creationId="{D527790C-BE39-E6A0-D2F8-49AA06A2E491}"/>
          </ac:spMkLst>
        </pc:spChg>
        <pc:grpChg chg="mod">
          <ac:chgData name="Zachary Randell" userId="4632875424_tp_dropbox_plus" providerId="OAuth2" clId="{94F170DD-8542-47A7-905C-5CC9F103855A}" dt="2026-07-06T15:27:27.616" v="16" actId="14100"/>
          <ac:grpSpMkLst>
            <pc:docMk/>
            <pc:sldMk cId="1105578165" sldId="256"/>
            <ac:grpSpMk id="41" creationId="{DF6A1024-A228-BD60-B89C-C42FF4A42B24}"/>
          </ac:grpSpMkLst>
        </pc:grpChg>
        <pc:grpChg chg="add del mod">
          <ac:chgData name="Zachary Randell" userId="4632875424_tp_dropbox_plus" providerId="OAuth2" clId="{94F170DD-8542-47A7-905C-5CC9F103855A}" dt="2026-07-08T21:44:52.253" v="200" actId="165"/>
          <ac:grpSpMkLst>
            <pc:docMk/>
            <pc:sldMk cId="1105578165" sldId="256"/>
            <ac:grpSpMk id="71" creationId="{6C9A3018-BAC4-36B4-43A4-0B7DE8FBD161}"/>
          </ac:grpSpMkLst>
        </pc:grpChg>
        <pc:grpChg chg="add del mod">
          <ac:chgData name="Zachary Randell" userId="4632875424_tp_dropbox_plus" providerId="OAuth2" clId="{94F170DD-8542-47A7-905C-5CC9F103855A}" dt="2026-07-08T21:48:42.320" v="272" actId="478"/>
          <ac:grpSpMkLst>
            <pc:docMk/>
            <pc:sldMk cId="1105578165" sldId="256"/>
            <ac:grpSpMk id="72" creationId="{09FD1580-3901-0E82-E695-2DA81957A8E7}"/>
          </ac:grpSpMkLst>
        </pc:grpChg>
        <pc:grpChg chg="add del mod">
          <ac:chgData name="Zachary Randell" userId="4632875424_tp_dropbox_plus" providerId="OAuth2" clId="{94F170DD-8542-47A7-905C-5CC9F103855A}" dt="2026-07-08T21:45:00.128" v="203" actId="165"/>
          <ac:grpSpMkLst>
            <pc:docMk/>
            <pc:sldMk cId="1105578165" sldId="256"/>
            <ac:grpSpMk id="76" creationId="{6B7A85CE-6252-F866-A3DB-00ED987C6EEE}"/>
          </ac:grpSpMkLst>
        </pc:grpChg>
        <pc:grpChg chg="add mod">
          <ac:chgData name="Zachary Randell" userId="4632875424_tp_dropbox_plus" providerId="OAuth2" clId="{94F170DD-8542-47A7-905C-5CC9F103855A}" dt="2026-07-08T21:45:45.892" v="215" actId="164"/>
          <ac:grpSpMkLst>
            <pc:docMk/>
            <pc:sldMk cId="1105578165" sldId="256"/>
            <ac:grpSpMk id="81" creationId="{940CE5AC-C6F3-C76A-363E-4112E8DEB235}"/>
          </ac:grpSpMkLst>
        </pc:grpChg>
        <pc:grpChg chg="add mod">
          <ac:chgData name="Zachary Randell" userId="4632875424_tp_dropbox_plus" providerId="OAuth2" clId="{94F170DD-8542-47A7-905C-5CC9F103855A}" dt="2026-07-08T21:45:45.892" v="215" actId="164"/>
          <ac:grpSpMkLst>
            <pc:docMk/>
            <pc:sldMk cId="1105578165" sldId="256"/>
            <ac:grpSpMk id="82" creationId="{42241DAC-57D0-8937-44A5-92A3BF2116D8}"/>
          </ac:grpSpMkLst>
        </pc:grpChg>
        <pc:grpChg chg="del">
          <ac:chgData name="Zachary Randell" userId="4632875424_tp_dropbox_plus" providerId="OAuth2" clId="{94F170DD-8542-47A7-905C-5CC9F103855A}" dt="2026-07-08T21:36:19.004" v="66" actId="478"/>
          <ac:grpSpMkLst>
            <pc:docMk/>
            <pc:sldMk cId="1105578165" sldId="256"/>
            <ac:grpSpMk id="83" creationId="{C12226AA-4A93-0BF4-F681-4C280C2E27CF}"/>
          </ac:grpSpMkLst>
        </pc:grpChg>
        <pc:grpChg chg="add mod">
          <ac:chgData name="Zachary Randell" userId="4632875424_tp_dropbox_plus" providerId="OAuth2" clId="{94F170DD-8542-47A7-905C-5CC9F103855A}" dt="2026-07-08T21:51:16.573" v="340" actId="1076"/>
          <ac:grpSpMkLst>
            <pc:docMk/>
            <pc:sldMk cId="1105578165" sldId="256"/>
            <ac:grpSpMk id="86" creationId="{B4CAB6F9-942F-FA0B-EACC-0605C8C05AB0}"/>
          </ac:grpSpMkLst>
        </pc:grpChg>
        <pc:grpChg chg="add mod ord">
          <ac:chgData name="Zachary Randell" userId="4632875424_tp_dropbox_plus" providerId="OAuth2" clId="{94F170DD-8542-47A7-905C-5CC9F103855A}" dt="2026-07-08T21:47:18.885" v="242" actId="1076"/>
          <ac:grpSpMkLst>
            <pc:docMk/>
            <pc:sldMk cId="1105578165" sldId="256"/>
            <ac:grpSpMk id="87" creationId="{62A130DC-62CF-40EE-2FE8-114ACD615290}"/>
          </ac:grpSpMkLst>
        </pc:grpChg>
        <pc:grpChg chg="mod">
          <ac:chgData name="Zachary Randell" userId="4632875424_tp_dropbox_plus" providerId="OAuth2" clId="{94F170DD-8542-47A7-905C-5CC9F103855A}" dt="2026-07-08T21:45:48.591" v="217"/>
          <ac:grpSpMkLst>
            <pc:docMk/>
            <pc:sldMk cId="1105578165" sldId="256"/>
            <ac:grpSpMk id="94" creationId="{48BFEDDB-85A1-151E-BCF3-F30F7F02A9B1}"/>
          </ac:grpSpMkLst>
        </pc:grpChg>
        <pc:grpChg chg="mod">
          <ac:chgData name="Zachary Randell" userId="4632875424_tp_dropbox_plus" providerId="OAuth2" clId="{94F170DD-8542-47A7-905C-5CC9F103855A}" dt="2026-07-08T21:45:48.591" v="217"/>
          <ac:grpSpMkLst>
            <pc:docMk/>
            <pc:sldMk cId="1105578165" sldId="256"/>
            <ac:grpSpMk id="95" creationId="{B20DDBBA-38DF-BC49-72A5-A0D9F377E291}"/>
          </ac:grpSpMkLst>
        </pc:grpChg>
        <pc:grpChg chg="add mod">
          <ac:chgData name="Zachary Randell" userId="4632875424_tp_dropbox_plus" providerId="OAuth2" clId="{94F170DD-8542-47A7-905C-5CC9F103855A}" dt="2026-07-08T21:46:40.022" v="232" actId="1076"/>
          <ac:grpSpMkLst>
            <pc:docMk/>
            <pc:sldMk cId="1105578165" sldId="256"/>
            <ac:grpSpMk id="104" creationId="{9C7B71B9-57D1-CA2C-A69D-16864736839B}"/>
          </ac:grpSpMkLst>
        </pc:grpChg>
        <pc:grpChg chg="mod">
          <ac:chgData name="Zachary Randell" userId="4632875424_tp_dropbox_plus" providerId="OAuth2" clId="{94F170DD-8542-47A7-905C-5CC9F103855A}" dt="2026-07-08T21:46:29.845" v="229"/>
          <ac:grpSpMkLst>
            <pc:docMk/>
            <pc:sldMk cId="1105578165" sldId="256"/>
            <ac:grpSpMk id="105" creationId="{DB73CF90-76D0-E3A5-5A08-94ECE5852541}"/>
          </ac:grpSpMkLst>
        </pc:grpChg>
        <pc:grpChg chg="mod">
          <ac:chgData name="Zachary Randell" userId="4632875424_tp_dropbox_plus" providerId="OAuth2" clId="{94F170DD-8542-47A7-905C-5CC9F103855A}" dt="2026-07-08T21:46:29.845" v="229"/>
          <ac:grpSpMkLst>
            <pc:docMk/>
            <pc:sldMk cId="1105578165" sldId="256"/>
            <ac:grpSpMk id="106" creationId="{B7B88374-E502-23B0-C8DA-122067939529}"/>
          </ac:grpSpMkLst>
        </pc:grpChg>
        <pc:grpChg chg="add mod">
          <ac:chgData name="Zachary Randell" userId="4632875424_tp_dropbox_plus" providerId="OAuth2" clId="{94F170DD-8542-47A7-905C-5CC9F103855A}" dt="2026-07-08T21:47:36.038" v="249" actId="1076"/>
          <ac:grpSpMkLst>
            <pc:docMk/>
            <pc:sldMk cId="1105578165" sldId="256"/>
            <ac:grpSpMk id="119" creationId="{4BFEF8D7-DD36-5296-F19E-1E4D38C5CF69}"/>
          </ac:grpSpMkLst>
        </pc:grpChg>
        <pc:grpChg chg="mod">
          <ac:chgData name="Zachary Randell" userId="4632875424_tp_dropbox_plus" providerId="OAuth2" clId="{94F170DD-8542-47A7-905C-5CC9F103855A}" dt="2026-07-08T21:47:22.668" v="243"/>
          <ac:grpSpMkLst>
            <pc:docMk/>
            <pc:sldMk cId="1105578165" sldId="256"/>
            <ac:grpSpMk id="120" creationId="{DB30DFBE-465D-2B31-E5E6-643F0A8A0880}"/>
          </ac:grpSpMkLst>
        </pc:grpChg>
        <pc:grpChg chg="mod">
          <ac:chgData name="Zachary Randell" userId="4632875424_tp_dropbox_plus" providerId="OAuth2" clId="{94F170DD-8542-47A7-905C-5CC9F103855A}" dt="2026-07-08T21:47:22.668" v="243"/>
          <ac:grpSpMkLst>
            <pc:docMk/>
            <pc:sldMk cId="1105578165" sldId="256"/>
            <ac:grpSpMk id="122" creationId="{8F18A0A4-4F3C-E4F9-4B63-6047F2590448}"/>
          </ac:grpSpMkLst>
        </pc:grpChg>
        <pc:grpChg chg="add mod">
          <ac:chgData name="Zachary Randell" userId="4632875424_tp_dropbox_plus" providerId="OAuth2" clId="{94F170DD-8542-47A7-905C-5CC9F103855A}" dt="2026-07-08T21:47:53.429" v="254" actId="1076"/>
          <ac:grpSpMkLst>
            <pc:docMk/>
            <pc:sldMk cId="1105578165" sldId="256"/>
            <ac:grpSpMk id="129" creationId="{0523173B-C166-A1F8-5B62-4A447D6CA082}"/>
          </ac:grpSpMkLst>
        </pc:grpChg>
        <pc:grpChg chg="mod">
          <ac:chgData name="Zachary Randell" userId="4632875424_tp_dropbox_plus" providerId="OAuth2" clId="{94F170DD-8542-47A7-905C-5CC9F103855A}" dt="2026-07-08T21:47:42.341" v="251"/>
          <ac:grpSpMkLst>
            <pc:docMk/>
            <pc:sldMk cId="1105578165" sldId="256"/>
            <ac:grpSpMk id="130" creationId="{9FC6E2F6-E4C3-7CA4-2382-FC23667F4E85}"/>
          </ac:grpSpMkLst>
        </pc:grpChg>
        <pc:grpChg chg="mod">
          <ac:chgData name="Zachary Randell" userId="4632875424_tp_dropbox_plus" providerId="OAuth2" clId="{94F170DD-8542-47A7-905C-5CC9F103855A}" dt="2026-07-08T21:47:42.341" v="251"/>
          <ac:grpSpMkLst>
            <pc:docMk/>
            <pc:sldMk cId="1105578165" sldId="256"/>
            <ac:grpSpMk id="138" creationId="{38303355-591F-A3A2-F409-57D2979A022C}"/>
          </ac:grpSpMkLst>
        </pc:grpChg>
        <pc:grpChg chg="del">
          <ac:chgData name="Zachary Randell" userId="4632875424_tp_dropbox_plus" providerId="OAuth2" clId="{94F170DD-8542-47A7-905C-5CC9F103855A}" dt="2026-07-08T21:50:58.885" v="336" actId="478"/>
          <ac:grpSpMkLst>
            <pc:docMk/>
            <pc:sldMk cId="1105578165" sldId="256"/>
            <ac:grpSpMk id="140" creationId="{B8C33AB0-4C0A-250D-B084-C03E81999A34}"/>
          </ac:grpSpMkLst>
        </pc:grpChg>
        <pc:grpChg chg="add mod">
          <ac:chgData name="Zachary Randell" userId="4632875424_tp_dropbox_plus" providerId="OAuth2" clId="{94F170DD-8542-47A7-905C-5CC9F103855A}" dt="2026-07-08T21:48:10.286" v="259" actId="1076"/>
          <ac:grpSpMkLst>
            <pc:docMk/>
            <pc:sldMk cId="1105578165" sldId="256"/>
            <ac:grpSpMk id="151" creationId="{25DE61B6-E972-610E-4AF4-D3A31F57AF97}"/>
          </ac:grpSpMkLst>
        </pc:grpChg>
        <pc:grpChg chg="del">
          <ac:chgData name="Zachary Randell" userId="4632875424_tp_dropbox_plus" providerId="OAuth2" clId="{94F170DD-8542-47A7-905C-5CC9F103855A}" dt="2026-07-08T21:51:10.561" v="339" actId="478"/>
          <ac:grpSpMkLst>
            <pc:docMk/>
            <pc:sldMk cId="1105578165" sldId="256"/>
            <ac:grpSpMk id="152" creationId="{297CCFF0-FD02-672D-2255-4B8EA4FAD928}"/>
          </ac:grpSpMkLst>
        </pc:grpChg>
        <pc:grpChg chg="mod">
          <ac:chgData name="Zachary Randell" userId="4632875424_tp_dropbox_plus" providerId="OAuth2" clId="{94F170DD-8542-47A7-905C-5CC9F103855A}" dt="2026-07-08T21:47:58.464" v="256"/>
          <ac:grpSpMkLst>
            <pc:docMk/>
            <pc:sldMk cId="1105578165" sldId="256"/>
            <ac:grpSpMk id="155" creationId="{2EFE3424-3196-D33A-95BE-10AD1B9E4D16}"/>
          </ac:grpSpMkLst>
        </pc:grpChg>
        <pc:grpChg chg="mod">
          <ac:chgData name="Zachary Randell" userId="4632875424_tp_dropbox_plus" providerId="OAuth2" clId="{94F170DD-8542-47A7-905C-5CC9F103855A}" dt="2026-07-08T21:47:58.464" v="256"/>
          <ac:grpSpMkLst>
            <pc:docMk/>
            <pc:sldMk cId="1105578165" sldId="256"/>
            <ac:grpSpMk id="156" creationId="{88B8A3C6-5A11-7D22-586E-ECFC741FAE3C}"/>
          </ac:grpSpMkLst>
        </pc:grpChg>
        <pc:grpChg chg="del">
          <ac:chgData name="Zachary Randell" userId="4632875424_tp_dropbox_plus" providerId="OAuth2" clId="{94F170DD-8542-47A7-905C-5CC9F103855A}" dt="2026-07-08T21:37:04.434" v="76" actId="478"/>
          <ac:grpSpMkLst>
            <pc:docMk/>
            <pc:sldMk cId="1105578165" sldId="256"/>
            <ac:grpSpMk id="161" creationId="{AD36FB74-A54E-6787-DC49-C98FE6C64A40}"/>
          </ac:grpSpMkLst>
        </pc:grpChg>
        <pc:grpChg chg="add mod">
          <ac:chgData name="Zachary Randell" userId="4632875424_tp_dropbox_plus" providerId="OAuth2" clId="{94F170DD-8542-47A7-905C-5CC9F103855A}" dt="2026-07-08T21:50:32.354" v="330" actId="1076"/>
          <ac:grpSpMkLst>
            <pc:docMk/>
            <pc:sldMk cId="1105578165" sldId="256"/>
            <ac:grpSpMk id="164" creationId="{10BF1104-D8F2-F384-1E2C-C93FA9D7EFF5}"/>
          </ac:grpSpMkLst>
        </pc:grpChg>
        <pc:grpChg chg="mod">
          <ac:chgData name="Zachary Randell" userId="4632875424_tp_dropbox_plus" providerId="OAuth2" clId="{94F170DD-8542-47A7-905C-5CC9F103855A}" dt="2026-07-08T21:48:28.837" v="264"/>
          <ac:grpSpMkLst>
            <pc:docMk/>
            <pc:sldMk cId="1105578165" sldId="256"/>
            <ac:grpSpMk id="165" creationId="{69B1C326-1E7F-3219-4396-3AE8A3C858BB}"/>
          </ac:grpSpMkLst>
        </pc:grpChg>
        <pc:grpChg chg="mod">
          <ac:chgData name="Zachary Randell" userId="4632875424_tp_dropbox_plus" providerId="OAuth2" clId="{94F170DD-8542-47A7-905C-5CC9F103855A}" dt="2026-07-08T21:48:28.837" v="264"/>
          <ac:grpSpMkLst>
            <pc:docMk/>
            <pc:sldMk cId="1105578165" sldId="256"/>
            <ac:grpSpMk id="166" creationId="{52169523-8831-B81A-FD42-5315F7BBB271}"/>
          </ac:grpSpMkLst>
        </pc:grpChg>
        <pc:grpChg chg="del">
          <ac:chgData name="Zachary Randell" userId="4632875424_tp_dropbox_plus" providerId="OAuth2" clId="{94F170DD-8542-47A7-905C-5CC9F103855A}" dt="2026-07-08T21:37:01.102" v="75" actId="478"/>
          <ac:grpSpMkLst>
            <pc:docMk/>
            <pc:sldMk cId="1105578165" sldId="256"/>
            <ac:grpSpMk id="168" creationId="{1FB77E98-2E06-BB09-9934-8FC0FBB58F73}"/>
          </ac:grpSpMkLst>
        </pc:grpChg>
        <pc:grpChg chg="del">
          <ac:chgData name="Zachary Randell" userId="4632875424_tp_dropbox_plus" providerId="OAuth2" clId="{94F170DD-8542-47A7-905C-5CC9F103855A}" dt="2026-07-08T21:37:06.785" v="77" actId="478"/>
          <ac:grpSpMkLst>
            <pc:docMk/>
            <pc:sldMk cId="1105578165" sldId="256"/>
            <ac:grpSpMk id="171" creationId="{C08E43FD-F108-8FAA-A3C8-82CC33305F34}"/>
          </ac:grpSpMkLst>
        </pc:grpChg>
        <pc:grpChg chg="del">
          <ac:chgData name="Zachary Randell" userId="4632875424_tp_dropbox_plus" providerId="OAuth2" clId="{94F170DD-8542-47A7-905C-5CC9F103855A}" dt="2026-07-08T21:37:08.655" v="78" actId="478"/>
          <ac:grpSpMkLst>
            <pc:docMk/>
            <pc:sldMk cId="1105578165" sldId="256"/>
            <ac:grpSpMk id="174" creationId="{1B817C81-7B57-7D65-DC3E-CD525AEF6C7A}"/>
          </ac:grpSpMkLst>
        </pc:grpChg>
        <pc:grpChg chg="del">
          <ac:chgData name="Zachary Randell" userId="4632875424_tp_dropbox_plus" providerId="OAuth2" clId="{94F170DD-8542-47A7-905C-5CC9F103855A}" dt="2026-07-08T21:37:10.152" v="79" actId="478"/>
          <ac:grpSpMkLst>
            <pc:docMk/>
            <pc:sldMk cId="1105578165" sldId="256"/>
            <ac:grpSpMk id="177" creationId="{76C97ACE-66F0-0D25-7804-A14B92762198}"/>
          </ac:grpSpMkLst>
        </pc:grpChg>
        <pc:grpChg chg="del">
          <ac:chgData name="Zachary Randell" userId="4632875424_tp_dropbox_plus" providerId="OAuth2" clId="{94F170DD-8542-47A7-905C-5CC9F103855A}" dt="2026-07-08T21:37:11.640" v="80" actId="478"/>
          <ac:grpSpMkLst>
            <pc:docMk/>
            <pc:sldMk cId="1105578165" sldId="256"/>
            <ac:grpSpMk id="180" creationId="{37BA2362-03B0-F549-FF0A-833F02874E05}"/>
          </ac:grpSpMkLst>
        </pc:grpChg>
        <pc:grpChg chg="del">
          <ac:chgData name="Zachary Randell" userId="4632875424_tp_dropbox_plus" providerId="OAuth2" clId="{94F170DD-8542-47A7-905C-5CC9F103855A}" dt="2026-07-08T21:37:13.308" v="81" actId="478"/>
          <ac:grpSpMkLst>
            <pc:docMk/>
            <pc:sldMk cId="1105578165" sldId="256"/>
            <ac:grpSpMk id="183" creationId="{F108C9BA-ADEC-BEE4-2C8E-746ABA3D8411}"/>
          </ac:grpSpMkLst>
        </pc:grpChg>
        <pc:grpChg chg="add mod">
          <ac:chgData name="Zachary Randell" userId="4632875424_tp_dropbox_plus" providerId="OAuth2" clId="{94F170DD-8542-47A7-905C-5CC9F103855A}" dt="2026-07-08T21:49:02.950" v="279" actId="1076"/>
          <ac:grpSpMkLst>
            <pc:docMk/>
            <pc:sldMk cId="1105578165" sldId="256"/>
            <ac:grpSpMk id="189" creationId="{9E0C270E-CC1B-3148-6FC6-3F2F943D9CF1}"/>
          </ac:grpSpMkLst>
        </pc:grpChg>
        <pc:grpChg chg="mod">
          <ac:chgData name="Zachary Randell" userId="4632875424_tp_dropbox_plus" providerId="OAuth2" clId="{94F170DD-8542-47A7-905C-5CC9F103855A}" dt="2026-07-08T21:48:30.138" v="266"/>
          <ac:grpSpMkLst>
            <pc:docMk/>
            <pc:sldMk cId="1105578165" sldId="256"/>
            <ac:grpSpMk id="190" creationId="{C265BDCF-2FA5-8A55-C0C8-41B061CB5ADE}"/>
          </ac:grpSpMkLst>
        </pc:grpChg>
        <pc:grpChg chg="mod">
          <ac:chgData name="Zachary Randell" userId="4632875424_tp_dropbox_plus" providerId="OAuth2" clId="{94F170DD-8542-47A7-905C-5CC9F103855A}" dt="2026-07-08T21:48:30.138" v="266"/>
          <ac:grpSpMkLst>
            <pc:docMk/>
            <pc:sldMk cId="1105578165" sldId="256"/>
            <ac:grpSpMk id="191" creationId="{3EB2CAEE-3CA7-FD8B-91D5-EC2F5DFCE91A}"/>
          </ac:grpSpMkLst>
        </pc:grpChg>
        <pc:grpChg chg="del">
          <ac:chgData name="Zachary Randell" userId="4632875424_tp_dropbox_plus" providerId="OAuth2" clId="{94F170DD-8542-47A7-905C-5CC9F103855A}" dt="2026-07-08T21:37:25.883" v="90" actId="478"/>
          <ac:grpSpMkLst>
            <pc:docMk/>
            <pc:sldMk cId="1105578165" sldId="256"/>
            <ac:grpSpMk id="193" creationId="{1E201807-4BDB-0096-48CB-AEB764C6F6CC}"/>
          </ac:grpSpMkLst>
        </pc:grpChg>
        <pc:grpChg chg="del">
          <ac:chgData name="Zachary Randell" userId="4632875424_tp_dropbox_plus" providerId="OAuth2" clId="{94F170DD-8542-47A7-905C-5CC9F103855A}" dt="2026-07-08T21:37:31.200" v="94" actId="478"/>
          <ac:grpSpMkLst>
            <pc:docMk/>
            <pc:sldMk cId="1105578165" sldId="256"/>
            <ac:grpSpMk id="199" creationId="{9353C851-7A6D-E536-A5CC-B6B3D89E2841}"/>
          </ac:grpSpMkLst>
        </pc:grpChg>
        <pc:grpChg chg="del">
          <ac:chgData name="Zachary Randell" userId="4632875424_tp_dropbox_plus" providerId="OAuth2" clId="{94F170DD-8542-47A7-905C-5CC9F103855A}" dt="2026-07-08T21:37:36.952" v="98" actId="478"/>
          <ac:grpSpMkLst>
            <pc:docMk/>
            <pc:sldMk cId="1105578165" sldId="256"/>
            <ac:grpSpMk id="205" creationId="{65BACBC3-8AEB-467D-8D45-F8373A7EE5A8}"/>
          </ac:grpSpMkLst>
        </pc:grpChg>
        <pc:grpChg chg="del">
          <ac:chgData name="Zachary Randell" userId="4632875424_tp_dropbox_plus" providerId="OAuth2" clId="{94F170DD-8542-47A7-905C-5CC9F103855A}" dt="2026-07-08T21:37:42.262" v="102" actId="478"/>
          <ac:grpSpMkLst>
            <pc:docMk/>
            <pc:sldMk cId="1105578165" sldId="256"/>
            <ac:grpSpMk id="211" creationId="{4B24D76E-844D-5236-017A-3EC04B2A3C8A}"/>
          </ac:grpSpMkLst>
        </pc:grpChg>
        <pc:grpChg chg="del">
          <ac:chgData name="Zachary Randell" userId="4632875424_tp_dropbox_plus" providerId="OAuth2" clId="{94F170DD-8542-47A7-905C-5CC9F103855A}" dt="2026-07-08T21:48:23.589" v="263" actId="478"/>
          <ac:grpSpMkLst>
            <pc:docMk/>
            <pc:sldMk cId="1105578165" sldId="256"/>
            <ac:grpSpMk id="217" creationId="{B689B968-F0B9-DB99-168F-BF016C3F8B1E}"/>
          </ac:grpSpMkLst>
        </pc:grpChg>
        <pc:grpChg chg="del">
          <ac:chgData name="Zachary Randell" userId="4632875424_tp_dropbox_plus" providerId="OAuth2" clId="{94F170DD-8542-47A7-905C-5CC9F103855A}" dt="2026-07-08T21:50:16.053" v="326" actId="478"/>
          <ac:grpSpMkLst>
            <pc:docMk/>
            <pc:sldMk cId="1105578165" sldId="256"/>
            <ac:grpSpMk id="223" creationId="{9E5315C1-BF77-0CAD-BF79-4BE5D8A9A4F9}"/>
          </ac:grpSpMkLst>
        </pc:grpChg>
        <pc:grpChg chg="del">
          <ac:chgData name="Zachary Randell" userId="4632875424_tp_dropbox_plus" providerId="OAuth2" clId="{94F170DD-8542-47A7-905C-5CC9F103855A}" dt="2026-07-08T21:50:18.051" v="327" actId="478"/>
          <ac:grpSpMkLst>
            <pc:docMk/>
            <pc:sldMk cId="1105578165" sldId="256"/>
            <ac:grpSpMk id="229" creationId="{1F977C9E-68C6-9C4C-04F9-F7005593EB12}"/>
          </ac:grpSpMkLst>
        </pc:grpChg>
        <pc:grpChg chg="mod">
          <ac:chgData name="Zachary Randell" userId="4632875424_tp_dropbox_plus" providerId="OAuth2" clId="{94F170DD-8542-47A7-905C-5CC9F103855A}" dt="2026-07-08T21:56:37.287" v="360" actId="1076"/>
          <ac:grpSpMkLst>
            <pc:docMk/>
            <pc:sldMk cId="1105578165" sldId="256"/>
            <ac:grpSpMk id="241" creationId="{B1758AB7-DE86-F0F0-B221-3B0B2C8124B3}"/>
          </ac:grpSpMkLst>
        </pc:grpChg>
        <pc:grpChg chg="add del mod">
          <ac:chgData name="Zachary Randell" userId="4632875424_tp_dropbox_plus" providerId="OAuth2" clId="{94F170DD-8542-47A7-905C-5CC9F103855A}" dt="2026-07-08T21:51:19.276" v="341" actId="478"/>
          <ac:grpSpMkLst>
            <pc:docMk/>
            <pc:sldMk cId="1105578165" sldId="256"/>
            <ac:grpSpMk id="259" creationId="{F123E1D0-9813-9A48-967A-DB05E3135F48}"/>
          </ac:grpSpMkLst>
        </pc:grpChg>
        <pc:grpChg chg="mod">
          <ac:chgData name="Zachary Randell" userId="4632875424_tp_dropbox_plus" providerId="OAuth2" clId="{94F170DD-8542-47A7-905C-5CC9F103855A}" dt="2026-07-08T21:48:31.754" v="268"/>
          <ac:grpSpMkLst>
            <pc:docMk/>
            <pc:sldMk cId="1105578165" sldId="256"/>
            <ac:grpSpMk id="260" creationId="{000D5782-4B30-C320-F309-2CC7189037A8}"/>
          </ac:grpSpMkLst>
        </pc:grpChg>
        <pc:grpChg chg="mod">
          <ac:chgData name="Zachary Randell" userId="4632875424_tp_dropbox_plus" providerId="OAuth2" clId="{94F170DD-8542-47A7-905C-5CC9F103855A}" dt="2026-07-08T21:48:31.754" v="268"/>
          <ac:grpSpMkLst>
            <pc:docMk/>
            <pc:sldMk cId="1105578165" sldId="256"/>
            <ac:grpSpMk id="261" creationId="{F53A60B1-46A6-38EE-7A74-CF10656A8BB0}"/>
          </ac:grpSpMkLst>
        </pc:grpChg>
        <pc:grpChg chg="add del mod">
          <ac:chgData name="Zachary Randell" userId="4632875424_tp_dropbox_plus" providerId="OAuth2" clId="{94F170DD-8542-47A7-905C-5CC9F103855A}" dt="2026-07-08T21:56:43.696" v="362" actId="478"/>
          <ac:grpSpMkLst>
            <pc:docMk/>
            <pc:sldMk cId="1105578165" sldId="256"/>
            <ac:grpSpMk id="266" creationId="{9F60B052-1B7D-2FC6-E323-50D95E7E5137}"/>
          </ac:grpSpMkLst>
        </pc:grpChg>
        <pc:grpChg chg="mod">
          <ac:chgData name="Zachary Randell" userId="4632875424_tp_dropbox_plus" providerId="OAuth2" clId="{94F170DD-8542-47A7-905C-5CC9F103855A}" dt="2026-07-08T21:48:38.455" v="270"/>
          <ac:grpSpMkLst>
            <pc:docMk/>
            <pc:sldMk cId="1105578165" sldId="256"/>
            <ac:grpSpMk id="267" creationId="{C57BB265-0E35-1E97-E4F7-87FB4A656C69}"/>
          </ac:grpSpMkLst>
        </pc:grpChg>
        <pc:grpChg chg="mod">
          <ac:chgData name="Zachary Randell" userId="4632875424_tp_dropbox_plus" providerId="OAuth2" clId="{94F170DD-8542-47A7-905C-5CC9F103855A}" dt="2026-07-08T21:48:38.455" v="270"/>
          <ac:grpSpMkLst>
            <pc:docMk/>
            <pc:sldMk cId="1105578165" sldId="256"/>
            <ac:grpSpMk id="268" creationId="{20728B0A-916C-A218-CF6E-D170DDBBA664}"/>
          </ac:grpSpMkLst>
        </pc:grpChg>
        <pc:grpChg chg="add mod">
          <ac:chgData name="Zachary Randell" userId="4632875424_tp_dropbox_plus" providerId="OAuth2" clId="{94F170DD-8542-47A7-905C-5CC9F103855A}" dt="2026-07-08T21:49:38.412" v="322"/>
          <ac:grpSpMkLst>
            <pc:docMk/>
            <pc:sldMk cId="1105578165" sldId="256"/>
            <ac:grpSpMk id="273" creationId="{D1EF1B74-AD31-16A8-45E8-7F44B9629E00}"/>
          </ac:grpSpMkLst>
        </pc:grpChg>
        <pc:grpChg chg="mod">
          <ac:chgData name="Zachary Randell" userId="4632875424_tp_dropbox_plus" providerId="OAuth2" clId="{94F170DD-8542-47A7-905C-5CC9F103855A}" dt="2026-07-08T21:49:38.412" v="322"/>
          <ac:grpSpMkLst>
            <pc:docMk/>
            <pc:sldMk cId="1105578165" sldId="256"/>
            <ac:grpSpMk id="274" creationId="{19BA1C79-2BCE-CF9B-389B-D9B8369D5A8F}"/>
          </ac:grpSpMkLst>
        </pc:grpChg>
        <pc:grpChg chg="mod">
          <ac:chgData name="Zachary Randell" userId="4632875424_tp_dropbox_plus" providerId="OAuth2" clId="{94F170DD-8542-47A7-905C-5CC9F103855A}" dt="2026-07-08T21:49:38.412" v="322"/>
          <ac:grpSpMkLst>
            <pc:docMk/>
            <pc:sldMk cId="1105578165" sldId="256"/>
            <ac:grpSpMk id="275" creationId="{612EBB58-A244-3B06-4EEB-562E2B8245A3}"/>
          </ac:grpSpMkLst>
        </pc:grpChg>
        <pc:grpChg chg="add mod">
          <ac:chgData name="Zachary Randell" userId="4632875424_tp_dropbox_plus" providerId="OAuth2" clId="{94F170DD-8542-47A7-905C-5CC9F103855A}" dt="2026-07-08T21:50:46.413" v="333" actId="1076"/>
          <ac:grpSpMkLst>
            <pc:docMk/>
            <pc:sldMk cId="1105578165" sldId="256"/>
            <ac:grpSpMk id="282" creationId="{D5B77F9A-88D8-B41B-C910-9DD86B59C206}"/>
          </ac:grpSpMkLst>
        </pc:grpChg>
        <pc:grpChg chg="mod">
          <ac:chgData name="Zachary Randell" userId="4632875424_tp_dropbox_plus" providerId="OAuth2" clId="{94F170DD-8542-47A7-905C-5CC9F103855A}" dt="2026-07-08T21:50:40.507" v="332"/>
          <ac:grpSpMkLst>
            <pc:docMk/>
            <pc:sldMk cId="1105578165" sldId="256"/>
            <ac:grpSpMk id="283" creationId="{42F3D4B6-36F1-6B7E-B369-DACDCBC82006}"/>
          </ac:grpSpMkLst>
        </pc:grpChg>
        <pc:grpChg chg="mod">
          <ac:chgData name="Zachary Randell" userId="4632875424_tp_dropbox_plus" providerId="OAuth2" clId="{94F170DD-8542-47A7-905C-5CC9F103855A}" dt="2026-07-08T21:50:40.507" v="332"/>
          <ac:grpSpMkLst>
            <pc:docMk/>
            <pc:sldMk cId="1105578165" sldId="256"/>
            <ac:grpSpMk id="284" creationId="{DA3D8644-C356-1FCA-56BD-535DFC69800D}"/>
          </ac:grpSpMkLst>
        </pc:grpChg>
        <pc:picChg chg="del topLvl">
          <ac:chgData name="Zachary Randell" userId="4632875424_tp_dropbox_plus" providerId="OAuth2" clId="{94F170DD-8542-47A7-905C-5CC9F103855A}" dt="2026-07-08T21:36:19.004" v="66" actId="478"/>
          <ac:picMkLst>
            <pc:docMk/>
            <pc:sldMk cId="1105578165" sldId="256"/>
            <ac:picMk id="15" creationId="{FFCB4348-E138-EBAC-5D9A-65EFDB25BEE6}"/>
          </ac:picMkLst>
        </pc:picChg>
        <pc:picChg chg="add del mod">
          <ac:chgData name="Zachary Randell" userId="4632875424_tp_dropbox_plus" providerId="OAuth2" clId="{94F170DD-8542-47A7-905C-5CC9F103855A}" dt="2026-07-08T21:35:54.840" v="59" actId="478"/>
          <ac:picMkLst>
            <pc:docMk/>
            <pc:sldMk cId="1105578165" sldId="256"/>
            <ac:picMk id="23" creationId="{B415061A-F15A-DE06-513C-489A9E884791}"/>
          </ac:picMkLst>
        </pc:picChg>
        <pc:picChg chg="add mod">
          <ac:chgData name="Zachary Randell" userId="4632875424_tp_dropbox_plus" providerId="OAuth2" clId="{94F170DD-8542-47A7-905C-5CC9F103855A}" dt="2026-07-08T21:39:21.014" v="118" actId="1076"/>
          <ac:picMkLst>
            <pc:docMk/>
            <pc:sldMk cId="1105578165" sldId="256"/>
            <ac:picMk id="39" creationId="{C4AD5C3E-4FAB-FA5A-1662-4CB67DCF955D}"/>
          </ac:picMkLst>
        </pc:picChg>
        <pc:picChg chg="add mod">
          <ac:chgData name="Zachary Randell" userId="4632875424_tp_dropbox_plus" providerId="OAuth2" clId="{94F170DD-8542-47A7-905C-5CC9F103855A}" dt="2026-07-08T21:39:26.041" v="120" actId="1076"/>
          <ac:picMkLst>
            <pc:docMk/>
            <pc:sldMk cId="1105578165" sldId="256"/>
            <ac:picMk id="40" creationId="{C717F639-63F1-DF6C-0D7E-C2F656BAA4E1}"/>
          </ac:picMkLst>
        </pc:picChg>
        <pc:picChg chg="add mod">
          <ac:chgData name="Zachary Randell" userId="4632875424_tp_dropbox_plus" providerId="OAuth2" clId="{94F170DD-8542-47A7-905C-5CC9F103855A}" dt="2026-07-08T21:39:32.124" v="122" actId="1076"/>
          <ac:picMkLst>
            <pc:docMk/>
            <pc:sldMk cId="1105578165" sldId="256"/>
            <ac:picMk id="44" creationId="{D81A63FF-5E25-07B4-5F5C-EA33CB7FA36A}"/>
          </ac:picMkLst>
        </pc:picChg>
        <pc:picChg chg="add del mod">
          <ac:chgData name="Zachary Randell" userId="4632875424_tp_dropbox_plus" providerId="OAuth2" clId="{94F170DD-8542-47A7-905C-5CC9F103855A}" dt="2026-07-08T21:39:56.727" v="131" actId="478"/>
          <ac:picMkLst>
            <pc:docMk/>
            <pc:sldMk cId="1105578165" sldId="256"/>
            <ac:picMk id="45" creationId="{36757877-B4BA-4B5B-28FD-D3219C82136E}"/>
          </ac:picMkLst>
        </pc:picChg>
        <pc:picChg chg="add mod">
          <ac:chgData name="Zachary Randell" userId="4632875424_tp_dropbox_plus" providerId="OAuth2" clId="{94F170DD-8542-47A7-905C-5CC9F103855A}" dt="2026-07-08T21:56:34.859" v="358" actId="1076"/>
          <ac:picMkLst>
            <pc:docMk/>
            <pc:sldMk cId="1105578165" sldId="256"/>
            <ac:picMk id="46" creationId="{A11B12C1-9DA2-A7D0-61EF-1DC72A032DF2}"/>
          </ac:picMkLst>
        </pc:picChg>
        <pc:picChg chg="add mod">
          <ac:chgData name="Zachary Randell" userId="4632875424_tp_dropbox_plus" providerId="OAuth2" clId="{94F170DD-8542-47A7-905C-5CC9F103855A}" dt="2026-07-08T21:40:35.960" v="141" actId="1076"/>
          <ac:picMkLst>
            <pc:docMk/>
            <pc:sldMk cId="1105578165" sldId="256"/>
            <ac:picMk id="47" creationId="{53B37B43-E531-B177-7126-FE6D6EB8F839}"/>
          </ac:picMkLst>
        </pc:picChg>
        <pc:picChg chg="add del mod">
          <ac:chgData name="Zachary Randell" userId="4632875424_tp_dropbox_plus" providerId="OAuth2" clId="{94F170DD-8542-47A7-905C-5CC9F103855A}" dt="2026-07-08T21:47:10.055" v="240" actId="478"/>
          <ac:picMkLst>
            <pc:docMk/>
            <pc:sldMk cId="1105578165" sldId="256"/>
            <ac:picMk id="51" creationId="{3407B2C9-C7A4-1C07-74DF-F547CAECDF64}"/>
          </ac:picMkLst>
        </pc:picChg>
        <pc:picChg chg="add del mod">
          <ac:chgData name="Zachary Randell" userId="4632875424_tp_dropbox_plus" providerId="OAuth2" clId="{94F170DD-8542-47A7-905C-5CC9F103855A}" dt="2026-07-08T21:43:14.812" v="175" actId="478"/>
          <ac:picMkLst>
            <pc:docMk/>
            <pc:sldMk cId="1105578165" sldId="256"/>
            <ac:picMk id="52" creationId="{16430C6D-57F1-EF16-EFA4-1840A97251A7}"/>
          </ac:picMkLst>
        </pc:picChg>
        <pc:picChg chg="add del mod">
          <ac:chgData name="Zachary Randell" userId="4632875424_tp_dropbox_plus" providerId="OAuth2" clId="{94F170DD-8542-47A7-905C-5CC9F103855A}" dt="2026-07-08T21:42:36.014" v="163" actId="478"/>
          <ac:picMkLst>
            <pc:docMk/>
            <pc:sldMk cId="1105578165" sldId="256"/>
            <ac:picMk id="55" creationId="{8992AEC9-8055-FB1F-2695-E30D40BE56B0}"/>
          </ac:picMkLst>
        </pc:picChg>
        <pc:picChg chg="add del mod">
          <ac:chgData name="Zachary Randell" userId="4632875424_tp_dropbox_plus" providerId="OAuth2" clId="{94F170DD-8542-47A7-905C-5CC9F103855A}" dt="2026-07-08T21:42:35.031" v="162" actId="478"/>
          <ac:picMkLst>
            <pc:docMk/>
            <pc:sldMk cId="1105578165" sldId="256"/>
            <ac:picMk id="60" creationId="{BDD66ECB-021F-5D6C-DDAB-CA17F4CC8859}"/>
          </ac:picMkLst>
        </pc:picChg>
        <pc:picChg chg="add del mod">
          <ac:chgData name="Zachary Randell" userId="4632875424_tp_dropbox_plus" providerId="OAuth2" clId="{94F170DD-8542-47A7-905C-5CC9F103855A}" dt="2026-07-08T21:43:07.718" v="172" actId="478"/>
          <ac:picMkLst>
            <pc:docMk/>
            <pc:sldMk cId="1105578165" sldId="256"/>
            <ac:picMk id="61" creationId="{60B9048A-507D-37CC-B7AB-11EF02860B64}"/>
          </ac:picMkLst>
        </pc:picChg>
        <pc:picChg chg="add del mod">
          <ac:chgData name="Zachary Randell" userId="4632875424_tp_dropbox_plus" providerId="OAuth2" clId="{94F170DD-8542-47A7-905C-5CC9F103855A}" dt="2026-07-08T21:43:05.748" v="171" actId="478"/>
          <ac:picMkLst>
            <pc:docMk/>
            <pc:sldMk cId="1105578165" sldId="256"/>
            <ac:picMk id="62" creationId="{0E8A0069-BA3D-0999-9883-0CEEF008BEA1}"/>
          </ac:picMkLst>
        </pc:picChg>
        <pc:picChg chg="add del mod ord">
          <ac:chgData name="Zachary Randell" userId="4632875424_tp_dropbox_plus" providerId="OAuth2" clId="{94F170DD-8542-47A7-905C-5CC9F103855A}" dt="2026-07-08T21:47:10.982" v="241" actId="478"/>
          <ac:picMkLst>
            <pc:docMk/>
            <pc:sldMk cId="1105578165" sldId="256"/>
            <ac:picMk id="63" creationId="{9C3443C6-01F2-6C4D-1E54-BB5EB411AAB0}"/>
          </ac:picMkLst>
        </pc:picChg>
        <pc:picChg chg="add mod ord">
          <ac:chgData name="Zachary Randell" userId="4632875424_tp_dropbox_plus" providerId="OAuth2" clId="{94F170DD-8542-47A7-905C-5CC9F103855A}" dt="2026-07-08T21:47:32.492" v="248" actId="166"/>
          <ac:picMkLst>
            <pc:docMk/>
            <pc:sldMk cId="1105578165" sldId="256"/>
            <ac:picMk id="64" creationId="{85CAD2CD-1C9C-BF29-D9D4-FF23D5CE257E}"/>
          </ac:picMkLst>
        </pc:picChg>
        <pc:picChg chg="add del mod ord">
          <ac:chgData name="Zachary Randell" userId="4632875424_tp_dropbox_plus" providerId="OAuth2" clId="{94F170DD-8542-47A7-905C-5CC9F103855A}" dt="2026-07-08T21:47:09.487" v="239" actId="478"/>
          <ac:picMkLst>
            <pc:docMk/>
            <pc:sldMk cId="1105578165" sldId="256"/>
            <ac:picMk id="65" creationId="{551AB509-9BA7-8030-4945-584026650B9E}"/>
          </ac:picMkLst>
        </pc:picChg>
        <pc:picChg chg="add del mod ord">
          <ac:chgData name="Zachary Randell" userId="4632875424_tp_dropbox_plus" providerId="OAuth2" clId="{94F170DD-8542-47A7-905C-5CC9F103855A}" dt="2026-07-08T21:47:08.767" v="238" actId="478"/>
          <ac:picMkLst>
            <pc:docMk/>
            <pc:sldMk cId="1105578165" sldId="256"/>
            <ac:picMk id="66" creationId="{41D780D6-9977-E034-BECA-4FB1D812473F}"/>
          </ac:picMkLst>
        </pc:picChg>
        <pc:picChg chg="add del mod">
          <ac:chgData name="Zachary Randell" userId="4632875424_tp_dropbox_plus" providerId="OAuth2" clId="{94F170DD-8542-47A7-905C-5CC9F103855A}" dt="2026-07-08T21:48:43.015" v="273" actId="478"/>
          <ac:picMkLst>
            <pc:docMk/>
            <pc:sldMk cId="1105578165" sldId="256"/>
            <ac:picMk id="67" creationId="{5F1A2337-66EA-9588-DD4A-041567D8D18A}"/>
          </ac:picMkLst>
        </pc:picChg>
        <pc:picChg chg="add del mod topLvl">
          <ac:chgData name="Zachary Randell" userId="4632875424_tp_dropbox_plus" providerId="OAuth2" clId="{94F170DD-8542-47A7-905C-5CC9F103855A}" dt="2026-07-08T21:48:44.556" v="275" actId="478"/>
          <ac:picMkLst>
            <pc:docMk/>
            <pc:sldMk cId="1105578165" sldId="256"/>
            <ac:picMk id="68" creationId="{DA324FF5-1B77-4D13-355C-223AE8FAD025}"/>
          </ac:picMkLst>
        </pc:picChg>
        <pc:picChg chg="add del mod topLvl">
          <ac:chgData name="Zachary Randell" userId="4632875424_tp_dropbox_plus" providerId="OAuth2" clId="{94F170DD-8542-47A7-905C-5CC9F103855A}" dt="2026-07-08T21:48:43.636" v="274" actId="478"/>
          <ac:picMkLst>
            <pc:docMk/>
            <pc:sldMk cId="1105578165" sldId="256"/>
            <ac:picMk id="69" creationId="{64679DD0-83B8-366B-ED4B-9E6F9A07C7BD}"/>
          </ac:picMkLst>
        </pc:picChg>
        <pc:picChg chg="add del mod topLvl">
          <ac:chgData name="Zachary Randell" userId="4632875424_tp_dropbox_plus" providerId="OAuth2" clId="{94F170DD-8542-47A7-905C-5CC9F103855A}" dt="2026-07-08T21:48:45.508" v="276" actId="478"/>
          <ac:picMkLst>
            <pc:docMk/>
            <pc:sldMk cId="1105578165" sldId="256"/>
            <ac:picMk id="70" creationId="{EEEC60DE-2BF2-4075-25F4-40986EEFE8DD}"/>
          </ac:picMkLst>
        </pc:picChg>
        <pc:picChg chg="mod">
          <ac:chgData name="Zachary Randell" userId="4632875424_tp_dropbox_plus" providerId="OAuth2" clId="{94F170DD-8542-47A7-905C-5CC9F103855A}" dt="2026-07-08T21:44:37.223" v="196"/>
          <ac:picMkLst>
            <pc:docMk/>
            <pc:sldMk cId="1105578165" sldId="256"/>
            <ac:picMk id="73" creationId="{8A6A45B9-BC3B-F851-7459-26C9E4EB03DD}"/>
          </ac:picMkLst>
        </pc:picChg>
        <pc:picChg chg="mod">
          <ac:chgData name="Zachary Randell" userId="4632875424_tp_dropbox_plus" providerId="OAuth2" clId="{94F170DD-8542-47A7-905C-5CC9F103855A}" dt="2026-07-08T21:44:37.223" v="196"/>
          <ac:picMkLst>
            <pc:docMk/>
            <pc:sldMk cId="1105578165" sldId="256"/>
            <ac:picMk id="74" creationId="{5B7FD789-090F-6085-DF42-C34BF7CC9DFE}"/>
          </ac:picMkLst>
        </pc:picChg>
        <pc:picChg chg="mod">
          <ac:chgData name="Zachary Randell" userId="4632875424_tp_dropbox_plus" providerId="OAuth2" clId="{94F170DD-8542-47A7-905C-5CC9F103855A}" dt="2026-07-08T21:44:37.223" v="196"/>
          <ac:picMkLst>
            <pc:docMk/>
            <pc:sldMk cId="1105578165" sldId="256"/>
            <ac:picMk id="75" creationId="{BFD0AC93-6263-A9E7-3FA1-30D4F5DDC784}"/>
          </ac:picMkLst>
        </pc:picChg>
        <pc:picChg chg="topLvl">
          <ac:chgData name="Zachary Randell" userId="4632875424_tp_dropbox_plus" providerId="OAuth2" clId="{94F170DD-8542-47A7-905C-5CC9F103855A}" dt="2026-07-08T21:36:19.004" v="66" actId="478"/>
          <ac:picMkLst>
            <pc:docMk/>
            <pc:sldMk cId="1105578165" sldId="256"/>
            <ac:picMk id="77" creationId="{F3C6F5E5-C0DC-2EA3-C6A8-DFDD37F0925A}"/>
          </ac:picMkLst>
        </pc:picChg>
        <pc:picChg chg="add del mod">
          <ac:chgData name="Zachary Randell" userId="4632875424_tp_dropbox_plus" providerId="OAuth2" clId="{94F170DD-8542-47A7-905C-5CC9F103855A}" dt="2026-07-08T21:45:12.122" v="207" actId="478"/>
          <ac:picMkLst>
            <pc:docMk/>
            <pc:sldMk cId="1105578165" sldId="256"/>
            <ac:picMk id="78" creationId="{134DCD19-2E97-F7B5-0CAA-D44065B840B3}"/>
          </ac:picMkLst>
        </pc:picChg>
        <pc:picChg chg="add mod">
          <ac:chgData name="Zachary Randell" userId="4632875424_tp_dropbox_plus" providerId="OAuth2" clId="{94F170DD-8542-47A7-905C-5CC9F103855A}" dt="2026-07-08T21:45:34.896" v="212" actId="164"/>
          <ac:picMkLst>
            <pc:docMk/>
            <pc:sldMk cId="1105578165" sldId="256"/>
            <ac:picMk id="79" creationId="{EB2359E9-65D3-015A-94B9-CA4E3C43A660}"/>
          </ac:picMkLst>
        </pc:picChg>
        <pc:picChg chg="add mod">
          <ac:chgData name="Zachary Randell" userId="4632875424_tp_dropbox_plus" providerId="OAuth2" clId="{94F170DD-8542-47A7-905C-5CC9F103855A}" dt="2026-07-08T21:45:34.896" v="212" actId="164"/>
          <ac:picMkLst>
            <pc:docMk/>
            <pc:sldMk cId="1105578165" sldId="256"/>
            <ac:picMk id="80" creationId="{2E3542A1-3499-DA13-2F61-F15A008FE752}"/>
          </ac:picMkLst>
        </pc:picChg>
        <pc:picChg chg="mod">
          <ac:chgData name="Zachary Randell" userId="4632875424_tp_dropbox_plus" providerId="OAuth2" clId="{94F170DD-8542-47A7-905C-5CC9F103855A}" dt="2026-07-08T21:45:36.438" v="213"/>
          <ac:picMkLst>
            <pc:docMk/>
            <pc:sldMk cId="1105578165" sldId="256"/>
            <ac:picMk id="84" creationId="{2BD9DAE1-6E56-8C3E-36A5-D3F0E8BD1DB9}"/>
          </ac:picMkLst>
        </pc:picChg>
        <pc:picChg chg="mod">
          <ac:chgData name="Zachary Randell" userId="4632875424_tp_dropbox_plus" providerId="OAuth2" clId="{94F170DD-8542-47A7-905C-5CC9F103855A}" dt="2026-07-08T21:45:36.438" v="213"/>
          <ac:picMkLst>
            <pc:docMk/>
            <pc:sldMk cId="1105578165" sldId="256"/>
            <ac:picMk id="85" creationId="{2F8745CD-F496-ED54-C118-7273127C933D}"/>
          </ac:picMkLst>
        </pc:picChg>
        <pc:picChg chg="del">
          <ac:chgData name="Zachary Randell" userId="4632875424_tp_dropbox_plus" providerId="OAuth2" clId="{94F170DD-8542-47A7-905C-5CC9F103855A}" dt="2026-07-08T21:37:19.864" v="86" actId="478"/>
          <ac:picMkLst>
            <pc:docMk/>
            <pc:sldMk cId="1105578165" sldId="256"/>
            <ac:picMk id="88" creationId="{24A5D938-37B4-8339-4457-38A00E5AADC0}"/>
          </ac:picMkLst>
        </pc:picChg>
        <pc:picChg chg="del">
          <ac:chgData name="Zachary Randell" userId="4632875424_tp_dropbox_plus" providerId="OAuth2" clId="{94F170DD-8542-47A7-905C-5CC9F103855A}" dt="2026-07-08T21:37:19.055" v="85" actId="478"/>
          <ac:picMkLst>
            <pc:docMk/>
            <pc:sldMk cId="1105578165" sldId="256"/>
            <ac:picMk id="89" creationId="{67E4D393-1B43-4892-C1D1-5F7F7A8A5881}"/>
          </ac:picMkLst>
        </pc:picChg>
        <pc:picChg chg="del">
          <ac:chgData name="Zachary Randell" userId="4632875424_tp_dropbox_plus" providerId="OAuth2" clId="{94F170DD-8542-47A7-905C-5CC9F103855A}" dt="2026-07-08T21:37:18.374" v="84" actId="478"/>
          <ac:picMkLst>
            <pc:docMk/>
            <pc:sldMk cId="1105578165" sldId="256"/>
            <ac:picMk id="90" creationId="{E6E0739C-050D-A02D-5B5E-1D6F89E010D6}"/>
          </ac:picMkLst>
        </pc:picChg>
        <pc:picChg chg="del">
          <ac:chgData name="Zachary Randell" userId="4632875424_tp_dropbox_plus" providerId="OAuth2" clId="{94F170DD-8542-47A7-905C-5CC9F103855A}" dt="2026-07-08T21:37:17.708" v="83" actId="478"/>
          <ac:picMkLst>
            <pc:docMk/>
            <pc:sldMk cId="1105578165" sldId="256"/>
            <ac:picMk id="91" creationId="{0A32E19A-4B27-5A59-CA97-32083A5863D8}"/>
          </ac:picMkLst>
        </pc:picChg>
        <pc:picChg chg="del mod">
          <ac:chgData name="Zachary Randell" userId="4632875424_tp_dropbox_plus" providerId="OAuth2" clId="{94F170DD-8542-47A7-905C-5CC9F103855A}" dt="2026-07-08T21:43:15.950" v="176" actId="478"/>
          <ac:picMkLst>
            <pc:docMk/>
            <pc:sldMk cId="1105578165" sldId="256"/>
            <ac:picMk id="92" creationId="{42636DC9-64FC-7936-5FF9-85A937BBB60C}"/>
          </ac:picMkLst>
        </pc:picChg>
        <pc:picChg chg="mod">
          <ac:chgData name="Zachary Randell" userId="4632875424_tp_dropbox_plus" providerId="OAuth2" clId="{94F170DD-8542-47A7-905C-5CC9F103855A}" dt="2026-07-08T21:45:48.591" v="217"/>
          <ac:picMkLst>
            <pc:docMk/>
            <pc:sldMk cId="1105578165" sldId="256"/>
            <ac:picMk id="96" creationId="{C6DA6412-91E0-92E2-B4D4-FED15CE2211B}"/>
          </ac:picMkLst>
        </pc:picChg>
        <pc:picChg chg="mod">
          <ac:chgData name="Zachary Randell" userId="4632875424_tp_dropbox_plus" providerId="OAuth2" clId="{94F170DD-8542-47A7-905C-5CC9F103855A}" dt="2026-07-08T21:45:48.591" v="217"/>
          <ac:picMkLst>
            <pc:docMk/>
            <pc:sldMk cId="1105578165" sldId="256"/>
            <ac:picMk id="97" creationId="{ADED9BC4-3FB5-0A72-ADF3-142DC1743EDF}"/>
          </ac:picMkLst>
        </pc:picChg>
        <pc:picChg chg="mod">
          <ac:chgData name="Zachary Randell" userId="4632875424_tp_dropbox_plus" providerId="OAuth2" clId="{94F170DD-8542-47A7-905C-5CC9F103855A}" dt="2026-07-08T21:45:48.591" v="217"/>
          <ac:picMkLst>
            <pc:docMk/>
            <pc:sldMk cId="1105578165" sldId="256"/>
            <ac:picMk id="102" creationId="{395747A0-9C09-0ECF-A2F8-F43A76FC96A3}"/>
          </ac:picMkLst>
        </pc:picChg>
        <pc:picChg chg="mod">
          <ac:chgData name="Zachary Randell" userId="4632875424_tp_dropbox_plus" providerId="OAuth2" clId="{94F170DD-8542-47A7-905C-5CC9F103855A}" dt="2026-07-08T21:45:48.591" v="217"/>
          <ac:picMkLst>
            <pc:docMk/>
            <pc:sldMk cId="1105578165" sldId="256"/>
            <ac:picMk id="103" creationId="{8358802B-996F-C527-9C86-A27034D3728B}"/>
          </ac:picMkLst>
        </pc:picChg>
        <pc:picChg chg="mod">
          <ac:chgData name="Zachary Randell" userId="4632875424_tp_dropbox_plus" providerId="OAuth2" clId="{94F170DD-8542-47A7-905C-5CC9F103855A}" dt="2026-07-08T21:46:29.845" v="229"/>
          <ac:picMkLst>
            <pc:docMk/>
            <pc:sldMk cId="1105578165" sldId="256"/>
            <ac:picMk id="107" creationId="{901B739A-63B3-540F-80A6-2888528675A4}"/>
          </ac:picMkLst>
        </pc:picChg>
        <pc:picChg chg="mod">
          <ac:chgData name="Zachary Randell" userId="4632875424_tp_dropbox_plus" providerId="OAuth2" clId="{94F170DD-8542-47A7-905C-5CC9F103855A}" dt="2026-07-08T21:46:29.845" v="229"/>
          <ac:picMkLst>
            <pc:docMk/>
            <pc:sldMk cId="1105578165" sldId="256"/>
            <ac:picMk id="108" creationId="{C61B28D6-FB28-AE63-80E4-5A57DE4D0487}"/>
          </ac:picMkLst>
        </pc:picChg>
        <pc:picChg chg="mod">
          <ac:chgData name="Zachary Randell" userId="4632875424_tp_dropbox_plus" providerId="OAuth2" clId="{94F170DD-8542-47A7-905C-5CC9F103855A}" dt="2026-07-08T21:46:29.845" v="229"/>
          <ac:picMkLst>
            <pc:docMk/>
            <pc:sldMk cId="1105578165" sldId="256"/>
            <ac:picMk id="109" creationId="{85C194A3-2B9C-D1C2-C02E-612E266AD04C}"/>
          </ac:picMkLst>
        </pc:picChg>
        <pc:picChg chg="mod">
          <ac:chgData name="Zachary Randell" userId="4632875424_tp_dropbox_plus" providerId="OAuth2" clId="{94F170DD-8542-47A7-905C-5CC9F103855A}" dt="2026-07-08T21:46:29.845" v="229"/>
          <ac:picMkLst>
            <pc:docMk/>
            <pc:sldMk cId="1105578165" sldId="256"/>
            <ac:picMk id="110" creationId="{EEAC90E2-41D6-055F-2889-38628FF8DA14}"/>
          </ac:picMkLst>
        </pc:picChg>
        <pc:picChg chg="mod">
          <ac:chgData name="Zachary Randell" userId="4632875424_tp_dropbox_plus" providerId="OAuth2" clId="{94F170DD-8542-47A7-905C-5CC9F103855A}" dt="2026-07-08T21:47:22.668" v="243"/>
          <ac:picMkLst>
            <pc:docMk/>
            <pc:sldMk cId="1105578165" sldId="256"/>
            <ac:picMk id="123" creationId="{150A0E44-CD39-6238-3FE7-9607B36E2F8A}"/>
          </ac:picMkLst>
        </pc:picChg>
        <pc:picChg chg="mod">
          <ac:chgData name="Zachary Randell" userId="4632875424_tp_dropbox_plus" providerId="OAuth2" clId="{94F170DD-8542-47A7-905C-5CC9F103855A}" dt="2026-07-08T21:47:22.668" v="243"/>
          <ac:picMkLst>
            <pc:docMk/>
            <pc:sldMk cId="1105578165" sldId="256"/>
            <ac:picMk id="124" creationId="{864E57B8-84FD-7E38-E3ED-7588DB2016E4}"/>
          </ac:picMkLst>
        </pc:picChg>
        <pc:picChg chg="mod">
          <ac:chgData name="Zachary Randell" userId="4632875424_tp_dropbox_plus" providerId="OAuth2" clId="{94F170DD-8542-47A7-905C-5CC9F103855A}" dt="2026-07-08T21:47:22.668" v="243"/>
          <ac:picMkLst>
            <pc:docMk/>
            <pc:sldMk cId="1105578165" sldId="256"/>
            <ac:picMk id="125" creationId="{BABE2A81-0ECD-110F-A8F0-67B27BEF4FB1}"/>
          </ac:picMkLst>
        </pc:picChg>
        <pc:picChg chg="mod">
          <ac:chgData name="Zachary Randell" userId="4632875424_tp_dropbox_plus" providerId="OAuth2" clId="{94F170DD-8542-47A7-905C-5CC9F103855A}" dt="2026-07-08T21:47:29.780" v="246" actId="1076"/>
          <ac:picMkLst>
            <pc:docMk/>
            <pc:sldMk cId="1105578165" sldId="256"/>
            <ac:picMk id="128" creationId="{6F64F14A-48E9-71CD-23ED-4E15223B8B0F}"/>
          </ac:picMkLst>
        </pc:picChg>
        <pc:picChg chg="mod">
          <ac:chgData name="Zachary Randell" userId="4632875424_tp_dropbox_plus" providerId="OAuth2" clId="{94F170DD-8542-47A7-905C-5CC9F103855A}" dt="2026-07-08T21:47:42.341" v="251"/>
          <ac:picMkLst>
            <pc:docMk/>
            <pc:sldMk cId="1105578165" sldId="256"/>
            <ac:picMk id="139" creationId="{94DFC3C0-A746-15F2-ABEB-9280E93CF5DA}"/>
          </ac:picMkLst>
        </pc:picChg>
        <pc:picChg chg="mod topLvl">
          <ac:chgData name="Zachary Randell" userId="4632875424_tp_dropbox_plus" providerId="OAuth2" clId="{94F170DD-8542-47A7-905C-5CC9F103855A}" dt="2026-07-08T21:58:06.042" v="413" actId="1076"/>
          <ac:picMkLst>
            <pc:docMk/>
            <pc:sldMk cId="1105578165" sldId="256"/>
            <ac:picMk id="141" creationId="{A0771183-3150-97CC-E8F7-885305F15E97}"/>
          </ac:picMkLst>
        </pc:picChg>
        <pc:picChg chg="del topLvl">
          <ac:chgData name="Zachary Randell" userId="4632875424_tp_dropbox_plus" providerId="OAuth2" clId="{94F170DD-8542-47A7-905C-5CC9F103855A}" dt="2026-07-08T21:50:58.885" v="336" actId="478"/>
          <ac:picMkLst>
            <pc:docMk/>
            <pc:sldMk cId="1105578165" sldId="256"/>
            <ac:picMk id="142" creationId="{A41874D5-4444-B648-1406-4282DD75819B}"/>
          </ac:picMkLst>
        </pc:picChg>
        <pc:picChg chg="mod">
          <ac:chgData name="Zachary Randell" userId="4632875424_tp_dropbox_plus" providerId="OAuth2" clId="{94F170DD-8542-47A7-905C-5CC9F103855A}" dt="2026-07-08T21:47:42.341" v="251"/>
          <ac:picMkLst>
            <pc:docMk/>
            <pc:sldMk cId="1105578165" sldId="256"/>
            <ac:picMk id="143" creationId="{54A0A37B-65D2-A9E6-FE93-42D5EE048ADD}"/>
          </ac:picMkLst>
        </pc:picChg>
        <pc:picChg chg="mod">
          <ac:chgData name="Zachary Randell" userId="4632875424_tp_dropbox_plus" providerId="OAuth2" clId="{94F170DD-8542-47A7-905C-5CC9F103855A}" dt="2026-07-08T21:47:42.341" v="251"/>
          <ac:picMkLst>
            <pc:docMk/>
            <pc:sldMk cId="1105578165" sldId="256"/>
            <ac:picMk id="144" creationId="{B0CF888E-0044-5F1F-361E-9DF7E26004FD}"/>
          </ac:picMkLst>
        </pc:picChg>
        <pc:picChg chg="mod">
          <ac:chgData name="Zachary Randell" userId="4632875424_tp_dropbox_plus" providerId="OAuth2" clId="{94F170DD-8542-47A7-905C-5CC9F103855A}" dt="2026-07-08T21:47:42.341" v="251"/>
          <ac:picMkLst>
            <pc:docMk/>
            <pc:sldMk cId="1105578165" sldId="256"/>
            <ac:picMk id="145" creationId="{7AF35B9D-4AD6-0792-A742-90C712C0F8B2}"/>
          </ac:picMkLst>
        </pc:picChg>
        <pc:picChg chg="mod">
          <ac:chgData name="Zachary Randell" userId="4632875424_tp_dropbox_plus" providerId="OAuth2" clId="{94F170DD-8542-47A7-905C-5CC9F103855A}" dt="2026-07-08T21:47:58.464" v="256"/>
          <ac:picMkLst>
            <pc:docMk/>
            <pc:sldMk cId="1105578165" sldId="256"/>
            <ac:picMk id="157" creationId="{352CC48B-BB33-8782-9AF7-09573079E7AE}"/>
          </ac:picMkLst>
        </pc:picChg>
        <pc:picChg chg="mod">
          <ac:chgData name="Zachary Randell" userId="4632875424_tp_dropbox_plus" providerId="OAuth2" clId="{94F170DD-8542-47A7-905C-5CC9F103855A}" dt="2026-07-08T21:47:58.464" v="256"/>
          <ac:picMkLst>
            <pc:docMk/>
            <pc:sldMk cId="1105578165" sldId="256"/>
            <ac:picMk id="158" creationId="{FD3569AA-C9D5-1B5C-B233-364C10AD717F}"/>
          </ac:picMkLst>
        </pc:picChg>
        <pc:picChg chg="mod">
          <ac:chgData name="Zachary Randell" userId="4632875424_tp_dropbox_plus" providerId="OAuth2" clId="{94F170DD-8542-47A7-905C-5CC9F103855A}" dt="2026-07-08T21:47:58.464" v="256"/>
          <ac:picMkLst>
            <pc:docMk/>
            <pc:sldMk cId="1105578165" sldId="256"/>
            <ac:picMk id="159" creationId="{56E6AD3C-7764-1A3A-3E31-203738E9C6DC}"/>
          </ac:picMkLst>
        </pc:picChg>
        <pc:picChg chg="mod">
          <ac:chgData name="Zachary Randell" userId="4632875424_tp_dropbox_plus" providerId="OAuth2" clId="{94F170DD-8542-47A7-905C-5CC9F103855A}" dt="2026-07-08T21:47:58.464" v="256"/>
          <ac:picMkLst>
            <pc:docMk/>
            <pc:sldMk cId="1105578165" sldId="256"/>
            <ac:picMk id="160" creationId="{C44B6E74-B9FE-C18C-3F89-61F5E4C2D7FE}"/>
          </ac:picMkLst>
        </pc:picChg>
        <pc:picChg chg="topLvl">
          <ac:chgData name="Zachary Randell" userId="4632875424_tp_dropbox_plus" providerId="OAuth2" clId="{94F170DD-8542-47A7-905C-5CC9F103855A}" dt="2026-07-08T21:37:04.434" v="76" actId="478"/>
          <ac:picMkLst>
            <pc:docMk/>
            <pc:sldMk cId="1105578165" sldId="256"/>
            <ac:picMk id="162" creationId="{8730F7D5-4623-8AAC-9562-B2D9B19042FF}"/>
          </ac:picMkLst>
        </pc:picChg>
        <pc:picChg chg="del topLvl">
          <ac:chgData name="Zachary Randell" userId="4632875424_tp_dropbox_plus" providerId="OAuth2" clId="{94F170DD-8542-47A7-905C-5CC9F103855A}" dt="2026-07-08T21:37:04.434" v="76" actId="478"/>
          <ac:picMkLst>
            <pc:docMk/>
            <pc:sldMk cId="1105578165" sldId="256"/>
            <ac:picMk id="163" creationId="{072C3AE1-2FDC-1F48-897C-1DDD4FFAA0C3}"/>
          </ac:picMkLst>
        </pc:picChg>
        <pc:picChg chg="mod">
          <ac:chgData name="Zachary Randell" userId="4632875424_tp_dropbox_plus" providerId="OAuth2" clId="{94F170DD-8542-47A7-905C-5CC9F103855A}" dt="2026-07-08T21:48:28.837" v="264"/>
          <ac:picMkLst>
            <pc:docMk/>
            <pc:sldMk cId="1105578165" sldId="256"/>
            <ac:picMk id="167" creationId="{08AD419C-53E2-49E0-9C75-888D8E84488D}"/>
          </ac:picMkLst>
        </pc:picChg>
        <pc:picChg chg="topLvl">
          <ac:chgData name="Zachary Randell" userId="4632875424_tp_dropbox_plus" providerId="OAuth2" clId="{94F170DD-8542-47A7-905C-5CC9F103855A}" dt="2026-07-08T21:37:06.785" v="77" actId="478"/>
          <ac:picMkLst>
            <pc:docMk/>
            <pc:sldMk cId="1105578165" sldId="256"/>
            <ac:picMk id="172" creationId="{294B6FFC-8F9B-DE97-7025-B9A66A33F0B4}"/>
          </ac:picMkLst>
        </pc:picChg>
        <pc:picChg chg="del topLvl">
          <ac:chgData name="Zachary Randell" userId="4632875424_tp_dropbox_plus" providerId="OAuth2" clId="{94F170DD-8542-47A7-905C-5CC9F103855A}" dt="2026-07-08T21:37:06.785" v="77" actId="478"/>
          <ac:picMkLst>
            <pc:docMk/>
            <pc:sldMk cId="1105578165" sldId="256"/>
            <ac:picMk id="173" creationId="{9F937AB2-E915-D4C2-64C2-5C96F74B80ED}"/>
          </ac:picMkLst>
        </pc:picChg>
        <pc:picChg chg="topLvl">
          <ac:chgData name="Zachary Randell" userId="4632875424_tp_dropbox_plus" providerId="OAuth2" clId="{94F170DD-8542-47A7-905C-5CC9F103855A}" dt="2026-07-08T21:37:08.655" v="78" actId="478"/>
          <ac:picMkLst>
            <pc:docMk/>
            <pc:sldMk cId="1105578165" sldId="256"/>
            <ac:picMk id="175" creationId="{36CEF21B-CE98-8A21-5AA6-746CB5E58964}"/>
          </ac:picMkLst>
        </pc:picChg>
        <pc:picChg chg="del topLvl">
          <ac:chgData name="Zachary Randell" userId="4632875424_tp_dropbox_plus" providerId="OAuth2" clId="{94F170DD-8542-47A7-905C-5CC9F103855A}" dt="2026-07-08T21:37:08.655" v="78" actId="478"/>
          <ac:picMkLst>
            <pc:docMk/>
            <pc:sldMk cId="1105578165" sldId="256"/>
            <ac:picMk id="176" creationId="{1B4598B5-1983-9996-7F49-23CFC74DD329}"/>
          </ac:picMkLst>
        </pc:picChg>
        <pc:picChg chg="topLvl">
          <ac:chgData name="Zachary Randell" userId="4632875424_tp_dropbox_plus" providerId="OAuth2" clId="{94F170DD-8542-47A7-905C-5CC9F103855A}" dt="2026-07-08T21:37:10.152" v="79" actId="478"/>
          <ac:picMkLst>
            <pc:docMk/>
            <pc:sldMk cId="1105578165" sldId="256"/>
            <ac:picMk id="178" creationId="{BB11271B-2D4B-C18B-5318-8B379278EED7}"/>
          </ac:picMkLst>
        </pc:picChg>
        <pc:picChg chg="del topLvl">
          <ac:chgData name="Zachary Randell" userId="4632875424_tp_dropbox_plus" providerId="OAuth2" clId="{94F170DD-8542-47A7-905C-5CC9F103855A}" dt="2026-07-08T21:37:10.152" v="79" actId="478"/>
          <ac:picMkLst>
            <pc:docMk/>
            <pc:sldMk cId="1105578165" sldId="256"/>
            <ac:picMk id="179" creationId="{03950D0C-4C8F-5790-C8BB-06F8E5CBAB7D}"/>
          </ac:picMkLst>
        </pc:picChg>
        <pc:picChg chg="topLvl">
          <ac:chgData name="Zachary Randell" userId="4632875424_tp_dropbox_plus" providerId="OAuth2" clId="{94F170DD-8542-47A7-905C-5CC9F103855A}" dt="2026-07-08T21:37:11.640" v="80" actId="478"/>
          <ac:picMkLst>
            <pc:docMk/>
            <pc:sldMk cId="1105578165" sldId="256"/>
            <ac:picMk id="181" creationId="{257F2DC3-E09E-4F32-DD77-53CD23901841}"/>
          </ac:picMkLst>
        </pc:picChg>
        <pc:picChg chg="del topLvl">
          <ac:chgData name="Zachary Randell" userId="4632875424_tp_dropbox_plus" providerId="OAuth2" clId="{94F170DD-8542-47A7-905C-5CC9F103855A}" dt="2026-07-08T21:37:11.640" v="80" actId="478"/>
          <ac:picMkLst>
            <pc:docMk/>
            <pc:sldMk cId="1105578165" sldId="256"/>
            <ac:picMk id="182" creationId="{7E015934-1549-E7A2-504F-26AEDC0FBB02}"/>
          </ac:picMkLst>
        </pc:picChg>
        <pc:picChg chg="topLvl">
          <ac:chgData name="Zachary Randell" userId="4632875424_tp_dropbox_plus" providerId="OAuth2" clId="{94F170DD-8542-47A7-905C-5CC9F103855A}" dt="2026-07-08T21:37:13.308" v="81" actId="478"/>
          <ac:picMkLst>
            <pc:docMk/>
            <pc:sldMk cId="1105578165" sldId="256"/>
            <ac:picMk id="184" creationId="{3C6B9E04-6FC3-0CCA-F064-093F142163FE}"/>
          </ac:picMkLst>
        </pc:picChg>
        <pc:picChg chg="del topLvl">
          <ac:chgData name="Zachary Randell" userId="4632875424_tp_dropbox_plus" providerId="OAuth2" clId="{94F170DD-8542-47A7-905C-5CC9F103855A}" dt="2026-07-08T21:37:13.308" v="81" actId="478"/>
          <ac:picMkLst>
            <pc:docMk/>
            <pc:sldMk cId="1105578165" sldId="256"/>
            <ac:picMk id="185" creationId="{3572FD78-8260-7744-D7E8-38B1BF34A64C}"/>
          </ac:picMkLst>
        </pc:picChg>
        <pc:picChg chg="mod">
          <ac:chgData name="Zachary Randell" userId="4632875424_tp_dropbox_plus" providerId="OAuth2" clId="{94F170DD-8542-47A7-905C-5CC9F103855A}" dt="2026-07-08T21:48:28.837" v="264"/>
          <ac:picMkLst>
            <pc:docMk/>
            <pc:sldMk cId="1105578165" sldId="256"/>
            <ac:picMk id="186" creationId="{F5FB3F53-C425-923D-377C-99544DB65A4A}"/>
          </ac:picMkLst>
        </pc:picChg>
        <pc:picChg chg="mod">
          <ac:chgData name="Zachary Randell" userId="4632875424_tp_dropbox_plus" providerId="OAuth2" clId="{94F170DD-8542-47A7-905C-5CC9F103855A}" dt="2026-07-08T21:48:28.837" v="264"/>
          <ac:picMkLst>
            <pc:docMk/>
            <pc:sldMk cId="1105578165" sldId="256"/>
            <ac:picMk id="187" creationId="{451B93B9-2D70-9892-E941-433C97548456}"/>
          </ac:picMkLst>
        </pc:picChg>
        <pc:picChg chg="mod">
          <ac:chgData name="Zachary Randell" userId="4632875424_tp_dropbox_plus" providerId="OAuth2" clId="{94F170DD-8542-47A7-905C-5CC9F103855A}" dt="2026-07-08T21:48:28.837" v="264"/>
          <ac:picMkLst>
            <pc:docMk/>
            <pc:sldMk cId="1105578165" sldId="256"/>
            <ac:picMk id="188" creationId="{6359AA99-A82E-3589-AC31-DAEC63789AAD}"/>
          </ac:picMkLst>
        </pc:picChg>
        <pc:picChg chg="mod">
          <ac:chgData name="Zachary Randell" userId="4632875424_tp_dropbox_plus" providerId="OAuth2" clId="{94F170DD-8542-47A7-905C-5CC9F103855A}" dt="2026-07-08T21:48:30.138" v="266"/>
          <ac:picMkLst>
            <pc:docMk/>
            <pc:sldMk cId="1105578165" sldId="256"/>
            <ac:picMk id="192" creationId="{52B163DB-BC3F-B4A8-E2FB-0321B3A1B03B}"/>
          </ac:picMkLst>
        </pc:picChg>
        <pc:picChg chg="del topLvl">
          <ac:chgData name="Zachary Randell" userId="4632875424_tp_dropbox_plus" providerId="OAuth2" clId="{94F170DD-8542-47A7-905C-5CC9F103855A}" dt="2026-07-08T21:37:25.883" v="90" actId="478"/>
          <ac:picMkLst>
            <pc:docMk/>
            <pc:sldMk cId="1105578165" sldId="256"/>
            <ac:picMk id="194" creationId="{C46E43E3-408C-85DC-96BC-41FDD2DF7CEC}"/>
          </ac:picMkLst>
        </pc:picChg>
        <pc:picChg chg="del">
          <ac:chgData name="Zachary Randell" userId="4632875424_tp_dropbox_plus" providerId="OAuth2" clId="{94F170DD-8542-47A7-905C-5CC9F103855A}" dt="2026-07-08T21:37:24.613" v="89" actId="478"/>
          <ac:picMkLst>
            <pc:docMk/>
            <pc:sldMk cId="1105578165" sldId="256"/>
            <ac:picMk id="195" creationId="{73291B4A-AE81-D65C-0ECD-FB4EB22972BB}"/>
          </ac:picMkLst>
        </pc:picChg>
        <pc:picChg chg="del">
          <ac:chgData name="Zachary Randell" userId="4632875424_tp_dropbox_plus" providerId="OAuth2" clId="{94F170DD-8542-47A7-905C-5CC9F103855A}" dt="2026-07-08T21:37:23.185" v="88" actId="478"/>
          <ac:picMkLst>
            <pc:docMk/>
            <pc:sldMk cId="1105578165" sldId="256"/>
            <ac:picMk id="196" creationId="{65C9A2EF-846D-EB0B-8334-A754BB9FD1BD}"/>
          </ac:picMkLst>
        </pc:picChg>
        <pc:picChg chg="del">
          <ac:chgData name="Zachary Randell" userId="4632875424_tp_dropbox_plus" providerId="OAuth2" clId="{94F170DD-8542-47A7-905C-5CC9F103855A}" dt="2026-07-08T21:37:21.830" v="87" actId="478"/>
          <ac:picMkLst>
            <pc:docMk/>
            <pc:sldMk cId="1105578165" sldId="256"/>
            <ac:picMk id="197" creationId="{72EFF03B-A5A9-469F-DC53-0AF0E2A21925}"/>
          </ac:picMkLst>
        </pc:picChg>
        <pc:picChg chg="ord topLvl">
          <ac:chgData name="Zachary Randell" userId="4632875424_tp_dropbox_plus" providerId="OAuth2" clId="{94F170DD-8542-47A7-905C-5CC9F103855A}" dt="2026-07-08T21:46:22.968" v="227" actId="166"/>
          <ac:picMkLst>
            <pc:docMk/>
            <pc:sldMk cId="1105578165" sldId="256"/>
            <ac:picMk id="198" creationId="{9E097173-8540-E90A-D88B-F55BBEF4502D}"/>
          </ac:picMkLst>
        </pc:picChg>
        <pc:picChg chg="del topLvl">
          <ac:chgData name="Zachary Randell" userId="4632875424_tp_dropbox_plus" providerId="OAuth2" clId="{94F170DD-8542-47A7-905C-5CC9F103855A}" dt="2026-07-08T21:37:31.200" v="94" actId="478"/>
          <ac:picMkLst>
            <pc:docMk/>
            <pc:sldMk cId="1105578165" sldId="256"/>
            <ac:picMk id="200" creationId="{A283C094-33C0-EA15-EA45-34BF3C09E508}"/>
          </ac:picMkLst>
        </pc:picChg>
        <pc:picChg chg="del">
          <ac:chgData name="Zachary Randell" userId="4632875424_tp_dropbox_plus" providerId="OAuth2" clId="{94F170DD-8542-47A7-905C-5CC9F103855A}" dt="2026-07-08T21:37:29.862" v="93" actId="478"/>
          <ac:picMkLst>
            <pc:docMk/>
            <pc:sldMk cId="1105578165" sldId="256"/>
            <ac:picMk id="201" creationId="{73B2C528-9024-1228-2AC2-97663EA9F14C}"/>
          </ac:picMkLst>
        </pc:picChg>
        <pc:picChg chg="del">
          <ac:chgData name="Zachary Randell" userId="4632875424_tp_dropbox_plus" providerId="OAuth2" clId="{94F170DD-8542-47A7-905C-5CC9F103855A}" dt="2026-07-08T21:37:28.616" v="92" actId="478"/>
          <ac:picMkLst>
            <pc:docMk/>
            <pc:sldMk cId="1105578165" sldId="256"/>
            <ac:picMk id="202" creationId="{27FED5E3-0DA3-59E7-F082-AAED918CD2A2}"/>
          </ac:picMkLst>
        </pc:picChg>
        <pc:picChg chg="del">
          <ac:chgData name="Zachary Randell" userId="4632875424_tp_dropbox_plus" providerId="OAuth2" clId="{94F170DD-8542-47A7-905C-5CC9F103855A}" dt="2026-07-08T21:37:27.316" v="91" actId="478"/>
          <ac:picMkLst>
            <pc:docMk/>
            <pc:sldMk cId="1105578165" sldId="256"/>
            <ac:picMk id="203" creationId="{B2C8D394-5902-05F6-3B1F-8CC0607FF060}"/>
          </ac:picMkLst>
        </pc:picChg>
        <pc:picChg chg="ord topLvl">
          <ac:chgData name="Zachary Randell" userId="4632875424_tp_dropbox_plus" providerId="OAuth2" clId="{94F170DD-8542-47A7-905C-5CC9F103855A}" dt="2026-07-08T21:46:36.942" v="231" actId="166"/>
          <ac:picMkLst>
            <pc:docMk/>
            <pc:sldMk cId="1105578165" sldId="256"/>
            <ac:picMk id="204" creationId="{350A02E1-BC69-7DAA-7DB1-732FA799B3C0}"/>
          </ac:picMkLst>
        </pc:picChg>
        <pc:picChg chg="del topLvl">
          <ac:chgData name="Zachary Randell" userId="4632875424_tp_dropbox_plus" providerId="OAuth2" clId="{94F170DD-8542-47A7-905C-5CC9F103855A}" dt="2026-07-08T21:37:36.952" v="98" actId="478"/>
          <ac:picMkLst>
            <pc:docMk/>
            <pc:sldMk cId="1105578165" sldId="256"/>
            <ac:picMk id="206" creationId="{F3E00281-161E-1D84-2C11-FD434900B87E}"/>
          </ac:picMkLst>
        </pc:picChg>
        <pc:picChg chg="del">
          <ac:chgData name="Zachary Randell" userId="4632875424_tp_dropbox_plus" providerId="OAuth2" clId="{94F170DD-8542-47A7-905C-5CC9F103855A}" dt="2026-07-08T21:37:35.686" v="97" actId="478"/>
          <ac:picMkLst>
            <pc:docMk/>
            <pc:sldMk cId="1105578165" sldId="256"/>
            <ac:picMk id="207" creationId="{57FC0495-A579-5F81-4E82-03AF9B462CC9}"/>
          </ac:picMkLst>
        </pc:picChg>
        <pc:picChg chg="del">
          <ac:chgData name="Zachary Randell" userId="4632875424_tp_dropbox_plus" providerId="OAuth2" clId="{94F170DD-8542-47A7-905C-5CC9F103855A}" dt="2026-07-08T21:37:34.356" v="96" actId="478"/>
          <ac:picMkLst>
            <pc:docMk/>
            <pc:sldMk cId="1105578165" sldId="256"/>
            <ac:picMk id="208" creationId="{23BDFEC0-5A5A-9870-55F6-150D8A8C7D56}"/>
          </ac:picMkLst>
        </pc:picChg>
        <pc:picChg chg="del">
          <ac:chgData name="Zachary Randell" userId="4632875424_tp_dropbox_plus" providerId="OAuth2" clId="{94F170DD-8542-47A7-905C-5CC9F103855A}" dt="2026-07-08T21:37:32.899" v="95" actId="478"/>
          <ac:picMkLst>
            <pc:docMk/>
            <pc:sldMk cId="1105578165" sldId="256"/>
            <ac:picMk id="209" creationId="{696D4CB3-3126-218F-4AC3-41332990091E}"/>
          </ac:picMkLst>
        </pc:picChg>
        <pc:picChg chg="ord topLvl">
          <ac:chgData name="Zachary Randell" userId="4632875424_tp_dropbox_plus" providerId="OAuth2" clId="{94F170DD-8542-47A7-905C-5CC9F103855A}" dt="2026-07-08T21:47:45.929" v="253" actId="166"/>
          <ac:picMkLst>
            <pc:docMk/>
            <pc:sldMk cId="1105578165" sldId="256"/>
            <ac:picMk id="210" creationId="{D7D51841-3FCF-F3F1-5C94-A2DD4E1CD73F}"/>
          </ac:picMkLst>
        </pc:picChg>
        <pc:picChg chg="del topLvl">
          <ac:chgData name="Zachary Randell" userId="4632875424_tp_dropbox_plus" providerId="OAuth2" clId="{94F170DD-8542-47A7-905C-5CC9F103855A}" dt="2026-07-08T21:37:42.262" v="102" actId="478"/>
          <ac:picMkLst>
            <pc:docMk/>
            <pc:sldMk cId="1105578165" sldId="256"/>
            <ac:picMk id="212" creationId="{E199D8B7-2532-EC78-9CB1-A57F7835F085}"/>
          </ac:picMkLst>
        </pc:picChg>
        <pc:picChg chg="del">
          <ac:chgData name="Zachary Randell" userId="4632875424_tp_dropbox_plus" providerId="OAuth2" clId="{94F170DD-8542-47A7-905C-5CC9F103855A}" dt="2026-07-08T21:37:40.937" v="101" actId="478"/>
          <ac:picMkLst>
            <pc:docMk/>
            <pc:sldMk cId="1105578165" sldId="256"/>
            <ac:picMk id="213" creationId="{6B97F4DE-F61E-49FE-A8B5-5F058C53B339}"/>
          </ac:picMkLst>
        </pc:picChg>
        <pc:picChg chg="del">
          <ac:chgData name="Zachary Randell" userId="4632875424_tp_dropbox_plus" providerId="OAuth2" clId="{94F170DD-8542-47A7-905C-5CC9F103855A}" dt="2026-07-08T21:37:39.810" v="100" actId="478"/>
          <ac:picMkLst>
            <pc:docMk/>
            <pc:sldMk cId="1105578165" sldId="256"/>
            <ac:picMk id="214" creationId="{AD992D4E-F492-956C-D862-3E86A6EABD29}"/>
          </ac:picMkLst>
        </pc:picChg>
        <pc:picChg chg="del">
          <ac:chgData name="Zachary Randell" userId="4632875424_tp_dropbox_plus" providerId="OAuth2" clId="{94F170DD-8542-47A7-905C-5CC9F103855A}" dt="2026-07-08T21:37:38.698" v="99" actId="478"/>
          <ac:picMkLst>
            <pc:docMk/>
            <pc:sldMk cId="1105578165" sldId="256"/>
            <ac:picMk id="215" creationId="{5E37B66B-CF0A-56B7-9AA8-9978EB90D610}"/>
          </ac:picMkLst>
        </pc:picChg>
        <pc:picChg chg="ord topLvl">
          <ac:chgData name="Zachary Randell" userId="4632875424_tp_dropbox_plus" providerId="OAuth2" clId="{94F170DD-8542-47A7-905C-5CC9F103855A}" dt="2026-07-08T21:48:02.748" v="258" actId="166"/>
          <ac:picMkLst>
            <pc:docMk/>
            <pc:sldMk cId="1105578165" sldId="256"/>
            <ac:picMk id="216" creationId="{61EE4332-D974-2CFC-6EF6-7129035116F7}"/>
          </ac:picMkLst>
        </pc:picChg>
        <pc:picChg chg="del topLvl">
          <ac:chgData name="Zachary Randell" userId="4632875424_tp_dropbox_plus" providerId="OAuth2" clId="{94F170DD-8542-47A7-905C-5CC9F103855A}" dt="2026-07-08T21:48:23.589" v="263" actId="478"/>
          <ac:picMkLst>
            <pc:docMk/>
            <pc:sldMk cId="1105578165" sldId="256"/>
            <ac:picMk id="218" creationId="{E0943CC6-3282-A5C9-7D8C-E04F2B6452F8}"/>
          </ac:picMkLst>
        </pc:picChg>
        <pc:picChg chg="del">
          <ac:chgData name="Zachary Randell" userId="4632875424_tp_dropbox_plus" providerId="OAuth2" clId="{94F170DD-8542-47A7-905C-5CC9F103855A}" dt="2026-07-08T21:48:22.023" v="262" actId="478"/>
          <ac:picMkLst>
            <pc:docMk/>
            <pc:sldMk cId="1105578165" sldId="256"/>
            <ac:picMk id="219" creationId="{FE2410EA-2FC9-5231-92B6-EE700011AA45}"/>
          </ac:picMkLst>
        </pc:picChg>
        <pc:picChg chg="del">
          <ac:chgData name="Zachary Randell" userId="4632875424_tp_dropbox_plus" providerId="OAuth2" clId="{94F170DD-8542-47A7-905C-5CC9F103855A}" dt="2026-07-08T21:48:20.621" v="261" actId="478"/>
          <ac:picMkLst>
            <pc:docMk/>
            <pc:sldMk cId="1105578165" sldId="256"/>
            <ac:picMk id="220" creationId="{BB15C008-08F6-C4DE-874B-D8F4032BF275}"/>
          </ac:picMkLst>
        </pc:picChg>
        <pc:picChg chg="del">
          <ac:chgData name="Zachary Randell" userId="4632875424_tp_dropbox_plus" providerId="OAuth2" clId="{94F170DD-8542-47A7-905C-5CC9F103855A}" dt="2026-07-08T21:48:19.166" v="260" actId="478"/>
          <ac:picMkLst>
            <pc:docMk/>
            <pc:sldMk cId="1105578165" sldId="256"/>
            <ac:picMk id="221" creationId="{AF17E405-42A2-5D98-DDC9-5F09B11FFB2D}"/>
          </ac:picMkLst>
        </pc:picChg>
        <pc:picChg chg="ord topLvl">
          <ac:chgData name="Zachary Randell" userId="4632875424_tp_dropbox_plus" providerId="OAuth2" clId="{94F170DD-8542-47A7-905C-5CC9F103855A}" dt="2026-07-08T21:48:55.480" v="278" actId="166"/>
          <ac:picMkLst>
            <pc:docMk/>
            <pc:sldMk cId="1105578165" sldId="256"/>
            <ac:picMk id="222" creationId="{FA08ECA7-192B-1BEC-4CBA-DFE0CDE02F86}"/>
          </ac:picMkLst>
        </pc:picChg>
        <pc:picChg chg="del">
          <ac:chgData name="Zachary Randell" userId="4632875424_tp_dropbox_plus" providerId="OAuth2" clId="{94F170DD-8542-47A7-905C-5CC9F103855A}" dt="2026-07-08T21:50:15.381" v="325" actId="478"/>
          <ac:picMkLst>
            <pc:docMk/>
            <pc:sldMk cId="1105578165" sldId="256"/>
            <ac:picMk id="225" creationId="{779753DB-F88F-9540-0F4A-7743ABB21596}"/>
          </ac:picMkLst>
        </pc:picChg>
        <pc:picChg chg="mod">
          <ac:chgData name="Zachary Randell" userId="4632875424_tp_dropbox_plus" providerId="OAuth2" clId="{94F170DD-8542-47A7-905C-5CC9F103855A}" dt="2026-07-08T21:56:40.928" v="361" actId="1076"/>
          <ac:picMkLst>
            <pc:docMk/>
            <pc:sldMk cId="1105578165" sldId="256"/>
            <ac:picMk id="240" creationId="{A136FDD9-38CB-C535-2EF5-7EED25B45F66}"/>
          </ac:picMkLst>
        </pc:picChg>
        <pc:picChg chg="add del mod">
          <ac:chgData name="Zachary Randell" userId="4632875424_tp_dropbox_plus" providerId="OAuth2" clId="{94F170DD-8542-47A7-905C-5CC9F103855A}" dt="2026-07-08T21:40:04.912" v="136" actId="478"/>
          <ac:picMkLst>
            <pc:docMk/>
            <pc:sldMk cId="1105578165" sldId="256"/>
            <ac:picMk id="242" creationId="{C41F4826-C9FA-AB31-7AA3-B6B51831A0A0}"/>
          </ac:picMkLst>
        </pc:picChg>
        <pc:picChg chg="add del mod">
          <ac:chgData name="Zachary Randell" userId="4632875424_tp_dropbox_plus" providerId="OAuth2" clId="{94F170DD-8542-47A7-905C-5CC9F103855A}" dt="2026-07-08T21:40:06.943" v="139" actId="478"/>
          <ac:picMkLst>
            <pc:docMk/>
            <pc:sldMk cId="1105578165" sldId="256"/>
            <ac:picMk id="243" creationId="{50A2240C-6CA1-8EE7-7876-02DC6B8102FF}"/>
          </ac:picMkLst>
        </pc:picChg>
        <pc:picChg chg="add del mod">
          <ac:chgData name="Zachary Randell" userId="4632875424_tp_dropbox_plus" providerId="OAuth2" clId="{94F170DD-8542-47A7-905C-5CC9F103855A}" dt="2026-07-08T21:40:05.441" v="137" actId="478"/>
          <ac:picMkLst>
            <pc:docMk/>
            <pc:sldMk cId="1105578165" sldId="256"/>
            <ac:picMk id="244" creationId="{2CF6C19B-988C-3CE3-10C6-44350A328600}"/>
          </ac:picMkLst>
        </pc:picChg>
        <pc:picChg chg="add del mod">
          <ac:chgData name="Zachary Randell" userId="4632875424_tp_dropbox_plus" providerId="OAuth2" clId="{94F170DD-8542-47A7-905C-5CC9F103855A}" dt="2026-07-08T21:40:06.245" v="138" actId="478"/>
          <ac:picMkLst>
            <pc:docMk/>
            <pc:sldMk cId="1105578165" sldId="256"/>
            <ac:picMk id="246" creationId="{A96ECC96-DD10-332E-B009-1C898D129CBB}"/>
          </ac:picMkLst>
        </pc:picChg>
        <pc:picChg chg="add del mod">
          <ac:chgData name="Zachary Randell" userId="4632875424_tp_dropbox_plus" providerId="OAuth2" clId="{94F170DD-8542-47A7-905C-5CC9F103855A}" dt="2026-07-08T21:39:37.370" v="124" actId="478"/>
          <ac:picMkLst>
            <pc:docMk/>
            <pc:sldMk cId="1105578165" sldId="256"/>
            <ac:picMk id="248" creationId="{A4F79D5F-EC2C-4CAC-360A-070665210E0D}"/>
          </ac:picMkLst>
        </pc:picChg>
        <pc:picChg chg="add del mod">
          <ac:chgData name="Zachary Randell" userId="4632875424_tp_dropbox_plus" providerId="OAuth2" clId="{94F170DD-8542-47A7-905C-5CC9F103855A}" dt="2026-07-08T21:39:36.047" v="123" actId="478"/>
          <ac:picMkLst>
            <pc:docMk/>
            <pc:sldMk cId="1105578165" sldId="256"/>
            <ac:picMk id="249" creationId="{E0EC5104-D7ED-6D4D-2B04-395FA125F334}"/>
          </ac:picMkLst>
        </pc:picChg>
        <pc:picChg chg="add del mod">
          <ac:chgData name="Zachary Randell" userId="4632875424_tp_dropbox_plus" providerId="OAuth2" clId="{94F170DD-8542-47A7-905C-5CC9F103855A}" dt="2026-07-08T21:39:59.005" v="133" actId="478"/>
          <ac:picMkLst>
            <pc:docMk/>
            <pc:sldMk cId="1105578165" sldId="256"/>
            <ac:picMk id="250" creationId="{4A4811E7-CEC9-2016-EC2B-52875D193B92}"/>
          </ac:picMkLst>
        </pc:picChg>
        <pc:picChg chg="add mod">
          <ac:chgData name="Zachary Randell" userId="4632875424_tp_dropbox_plus" providerId="OAuth2" clId="{94F170DD-8542-47A7-905C-5CC9F103855A}" dt="2026-07-08T21:38:31.758" v="106" actId="1076"/>
          <ac:picMkLst>
            <pc:docMk/>
            <pc:sldMk cId="1105578165" sldId="256"/>
            <ac:picMk id="252" creationId="{69DE0CB2-EBF0-6F86-A99D-B987CF02268D}"/>
          </ac:picMkLst>
        </pc:picChg>
        <pc:picChg chg="add mod">
          <ac:chgData name="Zachary Randell" userId="4632875424_tp_dropbox_plus" providerId="OAuth2" clId="{94F170DD-8542-47A7-905C-5CC9F103855A}" dt="2026-07-08T21:38:52.300" v="110" actId="1076"/>
          <ac:picMkLst>
            <pc:docMk/>
            <pc:sldMk cId="1105578165" sldId="256"/>
            <ac:picMk id="253" creationId="{18C45243-250F-08C1-5DAA-65640A78BE30}"/>
          </ac:picMkLst>
        </pc:picChg>
        <pc:picChg chg="add mod">
          <ac:chgData name="Zachary Randell" userId="4632875424_tp_dropbox_plus" providerId="OAuth2" clId="{94F170DD-8542-47A7-905C-5CC9F103855A}" dt="2026-07-08T21:39:06.384" v="113" actId="1076"/>
          <ac:picMkLst>
            <pc:docMk/>
            <pc:sldMk cId="1105578165" sldId="256"/>
            <ac:picMk id="254" creationId="{1BA976BC-99B1-6C0D-9920-28BD436FBCEF}"/>
          </ac:picMkLst>
        </pc:picChg>
        <pc:picChg chg="add mod">
          <ac:chgData name="Zachary Randell" userId="4632875424_tp_dropbox_plus" providerId="OAuth2" clId="{94F170DD-8542-47A7-905C-5CC9F103855A}" dt="2026-07-08T21:39:15.610" v="116" actId="1076"/>
          <ac:picMkLst>
            <pc:docMk/>
            <pc:sldMk cId="1105578165" sldId="256"/>
            <ac:picMk id="255" creationId="{F7A84793-98AB-2AA6-3403-2FA449B49651}"/>
          </ac:picMkLst>
        </pc:picChg>
        <pc:picChg chg="mod">
          <ac:chgData name="Zachary Randell" userId="4632875424_tp_dropbox_plus" providerId="OAuth2" clId="{94F170DD-8542-47A7-905C-5CC9F103855A}" dt="2026-07-08T21:48:30.138" v="266"/>
          <ac:picMkLst>
            <pc:docMk/>
            <pc:sldMk cId="1105578165" sldId="256"/>
            <ac:picMk id="256" creationId="{1334EAB3-DC06-44B4-F44E-E3B322AE867B}"/>
          </ac:picMkLst>
        </pc:picChg>
        <pc:picChg chg="mod">
          <ac:chgData name="Zachary Randell" userId="4632875424_tp_dropbox_plus" providerId="OAuth2" clId="{94F170DD-8542-47A7-905C-5CC9F103855A}" dt="2026-07-08T21:48:30.138" v="266"/>
          <ac:picMkLst>
            <pc:docMk/>
            <pc:sldMk cId="1105578165" sldId="256"/>
            <ac:picMk id="257" creationId="{1A7079F6-0A90-DE63-1A4C-ACC43AC05F1A}"/>
          </ac:picMkLst>
        </pc:picChg>
        <pc:picChg chg="mod">
          <ac:chgData name="Zachary Randell" userId="4632875424_tp_dropbox_plus" providerId="OAuth2" clId="{94F170DD-8542-47A7-905C-5CC9F103855A}" dt="2026-07-08T21:48:30.138" v="266"/>
          <ac:picMkLst>
            <pc:docMk/>
            <pc:sldMk cId="1105578165" sldId="256"/>
            <ac:picMk id="258" creationId="{6D46E813-9745-D4CE-0277-78ED281F166B}"/>
          </ac:picMkLst>
        </pc:picChg>
        <pc:picChg chg="mod">
          <ac:chgData name="Zachary Randell" userId="4632875424_tp_dropbox_plus" providerId="OAuth2" clId="{94F170DD-8542-47A7-905C-5CC9F103855A}" dt="2026-07-08T21:48:31.754" v="268"/>
          <ac:picMkLst>
            <pc:docMk/>
            <pc:sldMk cId="1105578165" sldId="256"/>
            <ac:picMk id="262" creationId="{16C0D1F2-E2C1-775C-CA94-59E190DC575A}"/>
          </ac:picMkLst>
        </pc:picChg>
        <pc:picChg chg="mod">
          <ac:chgData name="Zachary Randell" userId="4632875424_tp_dropbox_plus" providerId="OAuth2" clId="{94F170DD-8542-47A7-905C-5CC9F103855A}" dt="2026-07-08T21:48:31.754" v="268"/>
          <ac:picMkLst>
            <pc:docMk/>
            <pc:sldMk cId="1105578165" sldId="256"/>
            <ac:picMk id="263" creationId="{B00EDC4A-455C-0386-E98F-2F40306EF00B}"/>
          </ac:picMkLst>
        </pc:picChg>
        <pc:picChg chg="mod">
          <ac:chgData name="Zachary Randell" userId="4632875424_tp_dropbox_plus" providerId="OAuth2" clId="{94F170DD-8542-47A7-905C-5CC9F103855A}" dt="2026-07-08T21:48:31.754" v="268"/>
          <ac:picMkLst>
            <pc:docMk/>
            <pc:sldMk cId="1105578165" sldId="256"/>
            <ac:picMk id="264" creationId="{F672BC9B-2EE2-CE08-FE24-0A4A17FB6B49}"/>
          </ac:picMkLst>
        </pc:picChg>
        <pc:picChg chg="mod">
          <ac:chgData name="Zachary Randell" userId="4632875424_tp_dropbox_plus" providerId="OAuth2" clId="{94F170DD-8542-47A7-905C-5CC9F103855A}" dt="2026-07-08T21:48:31.754" v="268"/>
          <ac:picMkLst>
            <pc:docMk/>
            <pc:sldMk cId="1105578165" sldId="256"/>
            <ac:picMk id="265" creationId="{7E41561B-732E-2AEF-FFDC-59E29909FE46}"/>
          </ac:picMkLst>
        </pc:picChg>
        <pc:picChg chg="mod">
          <ac:chgData name="Zachary Randell" userId="4632875424_tp_dropbox_plus" providerId="OAuth2" clId="{94F170DD-8542-47A7-905C-5CC9F103855A}" dt="2026-07-08T21:48:38.455" v="270"/>
          <ac:picMkLst>
            <pc:docMk/>
            <pc:sldMk cId="1105578165" sldId="256"/>
            <ac:picMk id="269" creationId="{A33C1EC5-9E52-19E1-A005-FCFD3D7DC058}"/>
          </ac:picMkLst>
        </pc:picChg>
        <pc:picChg chg="mod">
          <ac:chgData name="Zachary Randell" userId="4632875424_tp_dropbox_plus" providerId="OAuth2" clId="{94F170DD-8542-47A7-905C-5CC9F103855A}" dt="2026-07-08T21:48:38.455" v="270"/>
          <ac:picMkLst>
            <pc:docMk/>
            <pc:sldMk cId="1105578165" sldId="256"/>
            <ac:picMk id="270" creationId="{C016C8B4-CDD6-1653-5574-803DD090AF52}"/>
          </ac:picMkLst>
        </pc:picChg>
        <pc:picChg chg="mod">
          <ac:chgData name="Zachary Randell" userId="4632875424_tp_dropbox_plus" providerId="OAuth2" clId="{94F170DD-8542-47A7-905C-5CC9F103855A}" dt="2026-07-08T21:48:38.455" v="270"/>
          <ac:picMkLst>
            <pc:docMk/>
            <pc:sldMk cId="1105578165" sldId="256"/>
            <ac:picMk id="271" creationId="{97F6F83A-47B4-5A12-A2D2-64CD041C5826}"/>
          </ac:picMkLst>
        </pc:picChg>
        <pc:picChg chg="mod">
          <ac:chgData name="Zachary Randell" userId="4632875424_tp_dropbox_plus" providerId="OAuth2" clId="{94F170DD-8542-47A7-905C-5CC9F103855A}" dt="2026-07-08T21:48:38.455" v="270"/>
          <ac:picMkLst>
            <pc:docMk/>
            <pc:sldMk cId="1105578165" sldId="256"/>
            <ac:picMk id="272" creationId="{7F677C4D-0508-565B-52BB-A968EB2AAA40}"/>
          </ac:picMkLst>
        </pc:picChg>
        <pc:picChg chg="mod">
          <ac:chgData name="Zachary Randell" userId="4632875424_tp_dropbox_plus" providerId="OAuth2" clId="{94F170DD-8542-47A7-905C-5CC9F103855A}" dt="2026-07-08T21:49:38.412" v="322"/>
          <ac:picMkLst>
            <pc:docMk/>
            <pc:sldMk cId="1105578165" sldId="256"/>
            <ac:picMk id="276" creationId="{37FD7181-7A0F-AC87-44C4-83A48EFA5C49}"/>
          </ac:picMkLst>
        </pc:picChg>
        <pc:picChg chg="mod">
          <ac:chgData name="Zachary Randell" userId="4632875424_tp_dropbox_plus" providerId="OAuth2" clId="{94F170DD-8542-47A7-905C-5CC9F103855A}" dt="2026-07-08T21:49:38.412" v="322"/>
          <ac:picMkLst>
            <pc:docMk/>
            <pc:sldMk cId="1105578165" sldId="256"/>
            <ac:picMk id="277" creationId="{C58A9E9B-A861-AFBF-0750-CE61398F8A0A}"/>
          </ac:picMkLst>
        </pc:picChg>
        <pc:picChg chg="mod">
          <ac:chgData name="Zachary Randell" userId="4632875424_tp_dropbox_plus" providerId="OAuth2" clId="{94F170DD-8542-47A7-905C-5CC9F103855A}" dt="2026-07-08T21:49:38.412" v="322"/>
          <ac:picMkLst>
            <pc:docMk/>
            <pc:sldMk cId="1105578165" sldId="256"/>
            <ac:picMk id="278" creationId="{2BB25877-E509-9479-B9B3-25D231AD74D7}"/>
          </ac:picMkLst>
        </pc:picChg>
        <pc:picChg chg="mod">
          <ac:chgData name="Zachary Randell" userId="4632875424_tp_dropbox_plus" providerId="OAuth2" clId="{94F170DD-8542-47A7-905C-5CC9F103855A}" dt="2026-07-08T21:49:38.412" v="322"/>
          <ac:picMkLst>
            <pc:docMk/>
            <pc:sldMk cId="1105578165" sldId="256"/>
            <ac:picMk id="279" creationId="{BB16A8B2-BF03-DC9A-3BDC-1ED2110FD9DF}"/>
          </ac:picMkLst>
        </pc:picChg>
        <pc:picChg chg="add mod">
          <ac:chgData name="Zachary Randell" userId="4632875424_tp_dropbox_plus" providerId="OAuth2" clId="{94F170DD-8542-47A7-905C-5CC9F103855A}" dt="2026-07-08T21:50:37.787" v="331" actId="1076"/>
          <ac:picMkLst>
            <pc:docMk/>
            <pc:sldMk cId="1105578165" sldId="256"/>
            <ac:picMk id="281" creationId="{3C18BEF8-9E99-2D8C-8F10-247686879CDE}"/>
          </ac:picMkLst>
        </pc:picChg>
        <pc:picChg chg="mod">
          <ac:chgData name="Zachary Randell" userId="4632875424_tp_dropbox_plus" providerId="OAuth2" clId="{94F170DD-8542-47A7-905C-5CC9F103855A}" dt="2026-07-08T21:50:40.507" v="332"/>
          <ac:picMkLst>
            <pc:docMk/>
            <pc:sldMk cId="1105578165" sldId="256"/>
            <ac:picMk id="285" creationId="{3B42FAE9-7990-C15D-E9EF-BB2F33DAFEF6}"/>
          </ac:picMkLst>
        </pc:picChg>
        <pc:picChg chg="mod">
          <ac:chgData name="Zachary Randell" userId="4632875424_tp_dropbox_plus" providerId="OAuth2" clId="{94F170DD-8542-47A7-905C-5CC9F103855A}" dt="2026-07-08T21:50:40.507" v="332"/>
          <ac:picMkLst>
            <pc:docMk/>
            <pc:sldMk cId="1105578165" sldId="256"/>
            <ac:picMk id="286" creationId="{640F332E-104E-7348-6CC4-15C4DC033533}"/>
          </ac:picMkLst>
        </pc:picChg>
        <pc:picChg chg="mod">
          <ac:chgData name="Zachary Randell" userId="4632875424_tp_dropbox_plus" providerId="OAuth2" clId="{94F170DD-8542-47A7-905C-5CC9F103855A}" dt="2026-07-08T21:50:40.507" v="332"/>
          <ac:picMkLst>
            <pc:docMk/>
            <pc:sldMk cId="1105578165" sldId="256"/>
            <ac:picMk id="287" creationId="{C6FFCD83-E538-918D-29F9-2C49EF3BCFF3}"/>
          </ac:picMkLst>
        </pc:picChg>
        <pc:picChg chg="mod">
          <ac:chgData name="Zachary Randell" userId="4632875424_tp_dropbox_plus" providerId="OAuth2" clId="{94F170DD-8542-47A7-905C-5CC9F103855A}" dt="2026-07-08T21:50:40.507" v="332"/>
          <ac:picMkLst>
            <pc:docMk/>
            <pc:sldMk cId="1105578165" sldId="256"/>
            <ac:picMk id="288" creationId="{26976DFD-DF5A-E3E5-37E2-9BE2FFDDEA5A}"/>
          </ac:picMkLst>
        </pc:picChg>
        <pc:picChg chg="add mod">
          <ac:chgData name="Zachary Randell" userId="4632875424_tp_dropbox_plus" providerId="OAuth2" clId="{94F170DD-8542-47A7-905C-5CC9F103855A}" dt="2026-07-08T21:50:53.280" v="335" actId="1076"/>
          <ac:picMkLst>
            <pc:docMk/>
            <pc:sldMk cId="1105578165" sldId="256"/>
            <ac:picMk id="289" creationId="{D5BF3DA0-4707-CCE9-0851-9C6C9A1A1114}"/>
          </ac:picMkLst>
        </pc:picChg>
        <pc:picChg chg="add mod">
          <ac:chgData name="Zachary Randell" userId="4632875424_tp_dropbox_plus" providerId="OAuth2" clId="{94F170DD-8542-47A7-905C-5CC9F103855A}" dt="2026-07-08T21:58:08.574" v="414" actId="1076"/>
          <ac:picMkLst>
            <pc:docMk/>
            <pc:sldMk cId="1105578165" sldId="256"/>
            <ac:picMk id="290" creationId="{AC481CE7-36B9-C8BA-7747-EECC3E7A058E}"/>
          </ac:picMkLst>
        </pc:picChg>
        <pc:picChg chg="add mod">
          <ac:chgData name="Zachary Randell" userId="4632875424_tp_dropbox_plus" providerId="OAuth2" clId="{94F170DD-8542-47A7-905C-5CC9F103855A}" dt="2026-07-08T21:51:25.827" v="343" actId="1076"/>
          <ac:picMkLst>
            <pc:docMk/>
            <pc:sldMk cId="1105578165" sldId="256"/>
            <ac:picMk id="291" creationId="{DF38D59E-94ED-C3C9-7B69-A3BC612BD043}"/>
          </ac:picMkLst>
        </pc:picChg>
        <pc:picChg chg="add mod">
          <ac:chgData name="Zachary Randell" userId="4632875424_tp_dropbox_plus" providerId="OAuth2" clId="{94F170DD-8542-47A7-905C-5CC9F103855A}" dt="2026-07-08T21:56:50.621" v="364" actId="1076"/>
          <ac:picMkLst>
            <pc:docMk/>
            <pc:sldMk cId="1105578165" sldId="256"/>
            <ac:picMk id="292" creationId="{AB6353D0-5270-1957-08B1-8B864DA3A532}"/>
          </ac:picMkLst>
        </pc:picChg>
        <pc:picChg chg="add mod">
          <ac:chgData name="Zachary Randell" userId="4632875424_tp_dropbox_plus" providerId="OAuth2" clId="{94F170DD-8542-47A7-905C-5CC9F103855A}" dt="2026-07-08T21:56:57.646" v="366" actId="1076"/>
          <ac:picMkLst>
            <pc:docMk/>
            <pc:sldMk cId="1105578165" sldId="256"/>
            <ac:picMk id="293" creationId="{7EBAC7BC-3CE4-BF07-DAB1-004C03D2F73E}"/>
          </ac:picMkLst>
        </pc:picChg>
        <pc:picChg chg="add mod">
          <ac:chgData name="Zachary Randell" userId="4632875424_tp_dropbox_plus" providerId="OAuth2" clId="{94F170DD-8542-47A7-905C-5CC9F103855A}" dt="2026-07-08T21:57:02.167" v="368" actId="1076"/>
          <ac:picMkLst>
            <pc:docMk/>
            <pc:sldMk cId="1105578165" sldId="256"/>
            <ac:picMk id="294" creationId="{F48C422F-9EB0-B3CB-809F-7F66399AC763}"/>
          </ac:picMkLst>
        </pc:picChg>
        <pc:picChg chg="add mod">
          <ac:chgData name="Zachary Randell" userId="4632875424_tp_dropbox_plus" providerId="OAuth2" clId="{94F170DD-8542-47A7-905C-5CC9F103855A}" dt="2026-07-08T21:57:08.924" v="371" actId="1076"/>
          <ac:picMkLst>
            <pc:docMk/>
            <pc:sldMk cId="1105578165" sldId="256"/>
            <ac:picMk id="295" creationId="{2BF1F876-2E8B-242E-C412-C1E316AB0652}"/>
          </ac:picMkLst>
        </pc:picChg>
      </pc:sldChg>
      <pc:sldChg chg="modSp del mod">
        <pc:chgData name="Zachary Randell" userId="4632875424_tp_dropbox_plus" providerId="OAuth2" clId="{94F170DD-8542-47A7-905C-5CC9F103855A}" dt="2026-06-05T20:51:48.932" v="10" actId="47"/>
        <pc:sldMkLst>
          <pc:docMk/>
          <pc:sldMk cId="2849075591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F5B7E5-F99F-471B-B3DE-57965D1045F7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84225" y="1143000"/>
            <a:ext cx="52895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030E6D-7FE3-462C-B750-98356D50DC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52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1pPr>
    <a:lvl2pPr marL="43891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2pPr>
    <a:lvl3pPr marL="87782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3pPr>
    <a:lvl4pPr marL="131673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4pPr>
    <a:lvl5pPr marL="1755648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5pPr>
    <a:lvl6pPr marL="2194560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6pPr>
    <a:lvl7pPr marL="2633472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7pPr>
    <a:lvl8pPr marL="3072384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8pPr>
    <a:lvl9pPr marL="3511296" algn="l" defTabSz="877824" rtl="0" eaLnBrk="1" latinLnBrk="0" hangingPunct="1">
      <a:defRPr sz="115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047539"/>
            <a:ext cx="8229600" cy="2228427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361902"/>
            <a:ext cx="8229600" cy="1545378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4568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79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595756"/>
            <a:ext cx="9464040" cy="266255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4283499"/>
            <a:ext cx="9464040" cy="1400175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21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703917"/>
            <a:ext cx="466344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703917"/>
            <a:ext cx="4663440" cy="4061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781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40784"/>
            <a:ext cx="9464040" cy="12371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569085"/>
            <a:ext cx="4642008" cy="768985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338070"/>
            <a:ext cx="4642008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569085"/>
            <a:ext cx="4664869" cy="768985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338070"/>
            <a:ext cx="4664869" cy="34389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638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469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594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26720"/>
            <a:ext cx="3539013" cy="149352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921597"/>
            <a:ext cx="5554980" cy="4548717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920240"/>
            <a:ext cx="3539013" cy="3557482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280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26720"/>
            <a:ext cx="3539013" cy="149352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921597"/>
            <a:ext cx="5554980" cy="4548717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920240"/>
            <a:ext cx="3539013" cy="3557482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346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328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40783"/>
            <a:ext cx="2366010" cy="54243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40783"/>
            <a:ext cx="6960870" cy="54243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02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40784"/>
            <a:ext cx="9464040" cy="12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703917"/>
            <a:ext cx="9464040" cy="40612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5932594"/>
            <a:ext cx="246888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944B8-7A9A-4030-BC91-8FDE173981C2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5932594"/>
            <a:ext cx="370332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5932594"/>
            <a:ext cx="2468880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7B549E-34F5-49C0-A442-23FFC93853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23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2BE99D-13D5-C923-D65B-B1C23695C32E}"/>
              </a:ext>
            </a:extLst>
          </p:cNvPr>
          <p:cNvSpPr/>
          <p:nvPr/>
        </p:nvSpPr>
        <p:spPr>
          <a:xfrm>
            <a:off x="5464629" y="5066024"/>
            <a:ext cx="619125" cy="581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98CCCB-30AA-A071-37EE-907F3A1E58D8}"/>
              </a:ext>
            </a:extLst>
          </p:cNvPr>
          <p:cNvSpPr/>
          <p:nvPr/>
        </p:nvSpPr>
        <p:spPr>
          <a:xfrm>
            <a:off x="9893758" y="2348473"/>
            <a:ext cx="619125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B5EBCD5-35EB-C60F-B960-2E0E7CF642D0}"/>
              </a:ext>
            </a:extLst>
          </p:cNvPr>
          <p:cNvSpPr/>
          <p:nvPr/>
        </p:nvSpPr>
        <p:spPr>
          <a:xfrm>
            <a:off x="4716879" y="5069696"/>
            <a:ext cx="619125" cy="5810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BDE360-E647-EA46-CA36-7F9826FF1A0E}"/>
              </a:ext>
            </a:extLst>
          </p:cNvPr>
          <p:cNvSpPr/>
          <p:nvPr/>
        </p:nvSpPr>
        <p:spPr>
          <a:xfrm>
            <a:off x="4726442" y="2884941"/>
            <a:ext cx="619125" cy="45719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A800C8D-11A7-4988-4017-6CBA42FA2B18}"/>
              </a:ext>
            </a:extLst>
          </p:cNvPr>
          <p:cNvSpPr/>
          <p:nvPr/>
        </p:nvSpPr>
        <p:spPr>
          <a:xfrm>
            <a:off x="5464629" y="2843414"/>
            <a:ext cx="619125" cy="88219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79FB53-38FD-2EF6-3083-1372EF376466}"/>
              </a:ext>
            </a:extLst>
          </p:cNvPr>
          <p:cNvSpPr/>
          <p:nvPr/>
        </p:nvSpPr>
        <p:spPr>
          <a:xfrm>
            <a:off x="6202818" y="2776739"/>
            <a:ext cx="619125" cy="153921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3CEF48-D5DE-966F-1B5C-D4E893331961}"/>
              </a:ext>
            </a:extLst>
          </p:cNvPr>
          <p:cNvSpPr/>
          <p:nvPr/>
        </p:nvSpPr>
        <p:spPr>
          <a:xfrm>
            <a:off x="6941004" y="2705301"/>
            <a:ext cx="619126" cy="224196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A783186-4C87-9183-1AFE-673EEFF5E662}"/>
              </a:ext>
            </a:extLst>
          </p:cNvPr>
          <p:cNvSpPr/>
          <p:nvPr/>
        </p:nvSpPr>
        <p:spPr>
          <a:xfrm>
            <a:off x="7679194" y="2610051"/>
            <a:ext cx="619125" cy="319446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F20D7F-DD43-A803-E160-D986B54FADC5}"/>
              </a:ext>
            </a:extLst>
          </p:cNvPr>
          <p:cNvSpPr/>
          <p:nvPr/>
        </p:nvSpPr>
        <p:spPr>
          <a:xfrm>
            <a:off x="8417380" y="2546555"/>
            <a:ext cx="608966" cy="374811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807B970-6617-0E9E-4CB9-69D0AC762091}"/>
              </a:ext>
            </a:extLst>
          </p:cNvPr>
          <p:cNvSpPr/>
          <p:nvPr/>
        </p:nvSpPr>
        <p:spPr>
          <a:xfrm>
            <a:off x="9893758" y="3705029"/>
            <a:ext cx="619125" cy="5810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055D98-937F-9465-6C50-40DD24E57B6F}"/>
              </a:ext>
            </a:extLst>
          </p:cNvPr>
          <p:cNvSpPr/>
          <p:nvPr/>
        </p:nvSpPr>
        <p:spPr>
          <a:xfrm>
            <a:off x="4726442" y="4241497"/>
            <a:ext cx="619125" cy="45719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FC28AB5-0538-0281-760E-E7DB9966F0FC}"/>
              </a:ext>
            </a:extLst>
          </p:cNvPr>
          <p:cNvSpPr/>
          <p:nvPr/>
        </p:nvSpPr>
        <p:spPr>
          <a:xfrm>
            <a:off x="5464629" y="4199970"/>
            <a:ext cx="619125" cy="88219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CEAEB01-FBF4-F665-46D5-3F22391C8868}"/>
              </a:ext>
            </a:extLst>
          </p:cNvPr>
          <p:cNvSpPr/>
          <p:nvPr/>
        </p:nvSpPr>
        <p:spPr>
          <a:xfrm>
            <a:off x="6202818" y="4133295"/>
            <a:ext cx="619125" cy="153921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C6A3E22-4672-805D-5D98-B54A5E709FCE}"/>
              </a:ext>
            </a:extLst>
          </p:cNvPr>
          <p:cNvSpPr/>
          <p:nvPr/>
        </p:nvSpPr>
        <p:spPr>
          <a:xfrm>
            <a:off x="6941006" y="4061857"/>
            <a:ext cx="619125" cy="224196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4A78807-DCD6-F304-F84E-1CC21349BBA7}"/>
              </a:ext>
            </a:extLst>
          </p:cNvPr>
          <p:cNvSpPr/>
          <p:nvPr/>
        </p:nvSpPr>
        <p:spPr>
          <a:xfrm>
            <a:off x="7679194" y="3966607"/>
            <a:ext cx="619125" cy="319446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4C3A32B-224F-09E5-791C-3B27F37DE915}"/>
              </a:ext>
            </a:extLst>
          </p:cNvPr>
          <p:cNvSpPr/>
          <p:nvPr/>
        </p:nvSpPr>
        <p:spPr>
          <a:xfrm>
            <a:off x="8417382" y="3891995"/>
            <a:ext cx="619125" cy="394059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D21CB61-7ED8-422B-C1B4-76C10E6E646E}"/>
              </a:ext>
            </a:extLst>
          </p:cNvPr>
          <p:cNvSpPr/>
          <p:nvPr/>
        </p:nvSpPr>
        <p:spPr>
          <a:xfrm>
            <a:off x="9155570" y="3815795"/>
            <a:ext cx="619125" cy="470259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DF6A1024-A228-BD60-B89C-C42FF4A42B24}"/>
              </a:ext>
            </a:extLst>
          </p:cNvPr>
          <p:cNvGrpSpPr/>
          <p:nvPr/>
        </p:nvGrpSpPr>
        <p:grpSpPr>
          <a:xfrm>
            <a:off x="6202816" y="5066023"/>
            <a:ext cx="619125" cy="581025"/>
            <a:chOff x="7155321" y="6067887"/>
            <a:chExt cx="619125" cy="581025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D6CAE37E-87E3-749B-33EC-D9654C67A6A8}"/>
                </a:ext>
              </a:extLst>
            </p:cNvPr>
            <p:cNvSpPr/>
            <p:nvPr/>
          </p:nvSpPr>
          <p:spPr>
            <a:xfrm>
              <a:off x="7155321" y="6178653"/>
              <a:ext cx="619125" cy="470259"/>
            </a:xfrm>
            <a:prstGeom prst="rect">
              <a:avLst/>
            </a:prstGeom>
            <a:solidFill>
              <a:srgbClr val="198FA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2D3663F-7B6A-2015-678E-F03884579831}"/>
                </a:ext>
              </a:extLst>
            </p:cNvPr>
            <p:cNvSpPr/>
            <p:nvPr/>
          </p:nvSpPr>
          <p:spPr>
            <a:xfrm>
              <a:off x="7155321" y="6067887"/>
              <a:ext cx="619125" cy="581025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90CA8A79-6813-5B40-70EE-39185B867959}"/>
              </a:ext>
            </a:extLst>
          </p:cNvPr>
          <p:cNvSpPr txBox="1"/>
          <p:nvPr/>
        </p:nvSpPr>
        <p:spPr>
          <a:xfrm>
            <a:off x="2544663" y="5055616"/>
            <a:ext cx="1685104" cy="400110"/>
          </a:xfrm>
          <a:prstGeom prst="rect">
            <a:avLst/>
          </a:prstGeom>
          <a:noFill/>
          <a:ln w="15875">
            <a:solidFill>
              <a:schemeClr val="bg1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ea typeface="Gadugi" panose="020B0502040204020203" pitchFamily="34" charset="0"/>
              </a:rPr>
              <a:t>Cage controls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2C733CC-4BAD-E93A-1FA0-F2EF8C75FA98}"/>
              </a:ext>
            </a:extLst>
          </p:cNvPr>
          <p:cNvSpPr txBox="1"/>
          <p:nvPr/>
        </p:nvSpPr>
        <p:spPr>
          <a:xfrm>
            <a:off x="6082453" y="5640473"/>
            <a:ext cx="1130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Drift only;</a:t>
            </a:r>
          </a:p>
          <a:p>
            <a:r>
              <a:rPr lang="en-US" sz="1400" dirty="0">
                <a:latin typeface="+mj-lt"/>
                <a:ea typeface="Gadugi" panose="020B0502040204020203" pitchFamily="34" charset="0"/>
              </a:rPr>
              <a:t>no Kelp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AF897BA-5AA4-4FB4-E079-2E5CD9EF1E04}"/>
              </a:ext>
            </a:extLst>
          </p:cNvPr>
          <p:cNvSpPr txBox="1"/>
          <p:nvPr/>
        </p:nvSpPr>
        <p:spPr>
          <a:xfrm>
            <a:off x="5342965" y="5647046"/>
            <a:ext cx="1130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High only;</a:t>
            </a:r>
          </a:p>
          <a:p>
            <a:r>
              <a:rPr lang="en-US" sz="1400" dirty="0">
                <a:latin typeface="+mj-lt"/>
                <a:ea typeface="Gadugi" panose="020B0502040204020203" pitchFamily="34" charset="0"/>
              </a:rPr>
              <a:t>no drift</a:t>
            </a:r>
            <a:endParaRPr lang="en-US" sz="2000" dirty="0">
              <a:latin typeface="+mj-lt"/>
              <a:ea typeface="Gadugi" panose="020B0502040204020203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99AA7E-A639-B221-93DE-90330C46D365}"/>
              </a:ext>
            </a:extLst>
          </p:cNvPr>
          <p:cNvSpPr txBox="1"/>
          <p:nvPr/>
        </p:nvSpPr>
        <p:spPr>
          <a:xfrm>
            <a:off x="4602175" y="5647046"/>
            <a:ext cx="11305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Low only;</a:t>
            </a:r>
          </a:p>
          <a:p>
            <a:r>
              <a:rPr lang="en-US" sz="1400" dirty="0">
                <a:latin typeface="+mj-lt"/>
                <a:ea typeface="Gadugi" panose="020B0502040204020203" pitchFamily="34" charset="0"/>
              </a:rPr>
              <a:t>no drift</a:t>
            </a:r>
            <a:endParaRPr lang="en-US" sz="2000" dirty="0">
              <a:latin typeface="+mj-lt"/>
              <a:ea typeface="Gadugi" panose="020B0502040204020203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B8BA532-96D5-F091-0812-F140E9AE31BB}"/>
              </a:ext>
            </a:extLst>
          </p:cNvPr>
          <p:cNvSpPr/>
          <p:nvPr/>
        </p:nvSpPr>
        <p:spPr>
          <a:xfrm>
            <a:off x="6202818" y="2348473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9CD340-1BC8-A87E-7A6E-8991FCAFF4FF}"/>
              </a:ext>
            </a:extLst>
          </p:cNvPr>
          <p:cNvSpPr/>
          <p:nvPr/>
        </p:nvSpPr>
        <p:spPr>
          <a:xfrm>
            <a:off x="6941006" y="2348474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96E910-EE77-F25D-A8BD-6477069169B7}"/>
              </a:ext>
            </a:extLst>
          </p:cNvPr>
          <p:cNvSpPr/>
          <p:nvPr/>
        </p:nvSpPr>
        <p:spPr>
          <a:xfrm>
            <a:off x="7679194" y="2348476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ECC9874-0AE9-E850-3F4B-2B3E8B31CA56}"/>
              </a:ext>
            </a:extLst>
          </p:cNvPr>
          <p:cNvSpPr/>
          <p:nvPr/>
        </p:nvSpPr>
        <p:spPr>
          <a:xfrm>
            <a:off x="5464630" y="3705030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44C117-9D69-B27B-7FFA-14FE1C12204D}"/>
              </a:ext>
            </a:extLst>
          </p:cNvPr>
          <p:cNvSpPr/>
          <p:nvPr/>
        </p:nvSpPr>
        <p:spPr>
          <a:xfrm>
            <a:off x="6202818" y="3705029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C8F4E0E-313C-B345-BC1B-144C1BE4AFAC}"/>
              </a:ext>
            </a:extLst>
          </p:cNvPr>
          <p:cNvSpPr/>
          <p:nvPr/>
        </p:nvSpPr>
        <p:spPr>
          <a:xfrm>
            <a:off x="6941006" y="3705030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E61FED0-1E1E-5A89-05FE-FE04566A0AFD}"/>
              </a:ext>
            </a:extLst>
          </p:cNvPr>
          <p:cNvSpPr/>
          <p:nvPr/>
        </p:nvSpPr>
        <p:spPr>
          <a:xfrm>
            <a:off x="7679194" y="3705032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6A8E1B-5BC7-4E88-F42D-EF52A8BF02C8}"/>
              </a:ext>
            </a:extLst>
          </p:cNvPr>
          <p:cNvSpPr/>
          <p:nvPr/>
        </p:nvSpPr>
        <p:spPr>
          <a:xfrm>
            <a:off x="8417382" y="3705030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9477F8B-60CC-72CF-6379-BDC1ED414B31}"/>
              </a:ext>
            </a:extLst>
          </p:cNvPr>
          <p:cNvSpPr/>
          <p:nvPr/>
        </p:nvSpPr>
        <p:spPr>
          <a:xfrm>
            <a:off x="9155570" y="3705030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77" name="Picture 76" descr="A close up of an animal&#10;&#10;Description automatically generated">
            <a:extLst>
              <a:ext uri="{FF2B5EF4-FFF2-40B4-BE49-F238E27FC236}">
                <a16:creationId xmlns:a16="http://schemas.microsoft.com/office/drawing/2014/main" id="{F3C6F5E5-C0DC-2EA3-C6A8-DFDD37F09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1412" y="2636058"/>
            <a:ext cx="417733" cy="300072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EDD4E05-C099-F3D0-84F2-AD59E94E79DF}"/>
              </a:ext>
            </a:extLst>
          </p:cNvPr>
          <p:cNvSpPr/>
          <p:nvPr/>
        </p:nvSpPr>
        <p:spPr>
          <a:xfrm>
            <a:off x="8417382" y="2348474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84FC1CAF-9FC0-8B07-4A58-B249767679B6}"/>
              </a:ext>
            </a:extLst>
          </p:cNvPr>
          <p:cNvSpPr/>
          <p:nvPr/>
        </p:nvSpPr>
        <p:spPr>
          <a:xfrm>
            <a:off x="9155570" y="2451107"/>
            <a:ext cx="619125" cy="470259"/>
          </a:xfrm>
          <a:prstGeom prst="rect">
            <a:avLst/>
          </a:prstGeom>
          <a:solidFill>
            <a:srgbClr val="198F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F70632A-1E4E-1252-3F35-9CBA7DF2353F}"/>
              </a:ext>
            </a:extLst>
          </p:cNvPr>
          <p:cNvSpPr/>
          <p:nvPr/>
        </p:nvSpPr>
        <p:spPr>
          <a:xfrm>
            <a:off x="9893758" y="2348144"/>
            <a:ext cx="619125" cy="581025"/>
          </a:xfrm>
          <a:prstGeom prst="rect">
            <a:avLst/>
          </a:prstGeom>
          <a:solidFill>
            <a:srgbClr val="198FA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27A725AA-518E-BE8F-4FDA-CDA5AF7B44D2}"/>
              </a:ext>
            </a:extLst>
          </p:cNvPr>
          <p:cNvSpPr/>
          <p:nvPr/>
        </p:nvSpPr>
        <p:spPr>
          <a:xfrm>
            <a:off x="9888388" y="3705029"/>
            <a:ext cx="619125" cy="581025"/>
          </a:xfrm>
          <a:prstGeom prst="rect">
            <a:avLst/>
          </a:prstGeom>
          <a:solidFill>
            <a:srgbClr val="198FA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3D1AA-FF5E-0410-BE75-DA62A28D886D}"/>
              </a:ext>
            </a:extLst>
          </p:cNvPr>
          <p:cNvSpPr/>
          <p:nvPr/>
        </p:nvSpPr>
        <p:spPr>
          <a:xfrm>
            <a:off x="9155570" y="2348474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B8563F4-6CA2-4A91-6B2C-0B8AF983C435}"/>
              </a:ext>
            </a:extLst>
          </p:cNvPr>
          <p:cNvSpPr txBox="1"/>
          <p:nvPr/>
        </p:nvSpPr>
        <p:spPr>
          <a:xfrm>
            <a:off x="4635531" y="2902015"/>
            <a:ext cx="1130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10g drift</a:t>
            </a:r>
            <a:endParaRPr lang="en-US" sz="2000" dirty="0">
              <a:latin typeface="+mj-lt"/>
              <a:ea typeface="Gadugi" panose="020B0502040204020203" pitchFamily="34" charset="0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A30C8709-0F58-4335-C77A-2913CB4C9E5D}"/>
              </a:ext>
            </a:extLst>
          </p:cNvPr>
          <p:cNvSpPr txBox="1"/>
          <p:nvPr/>
        </p:nvSpPr>
        <p:spPr>
          <a:xfrm>
            <a:off x="9795874" y="2918829"/>
            <a:ext cx="1130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330g drift</a:t>
            </a:r>
            <a:endParaRPr lang="en-US" sz="2000" dirty="0">
              <a:latin typeface="+mj-lt"/>
              <a:ea typeface="Gadugi" panose="020B0502040204020203" pitchFamily="34" charset="0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6E561FA1-C5D4-6E19-8723-743F773E56EA}"/>
              </a:ext>
            </a:extLst>
          </p:cNvPr>
          <p:cNvSpPr txBox="1"/>
          <p:nvPr/>
        </p:nvSpPr>
        <p:spPr>
          <a:xfrm>
            <a:off x="4616882" y="4262169"/>
            <a:ext cx="1130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10g drift</a:t>
            </a:r>
            <a:endParaRPr lang="en-US" sz="2000" dirty="0">
              <a:latin typeface="+mj-lt"/>
              <a:ea typeface="Gadugi" panose="020B0502040204020203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0C99504F-6BCA-F2E1-27F5-02177A50CCD8}"/>
              </a:ext>
            </a:extLst>
          </p:cNvPr>
          <p:cNvSpPr txBox="1"/>
          <p:nvPr/>
        </p:nvSpPr>
        <p:spPr>
          <a:xfrm>
            <a:off x="9795874" y="4252551"/>
            <a:ext cx="113059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+mj-lt"/>
                <a:ea typeface="Gadugi" panose="020B0502040204020203" pitchFamily="34" charset="0"/>
              </a:rPr>
              <a:t>330g drift</a:t>
            </a:r>
            <a:endParaRPr lang="en-US" sz="2000" dirty="0">
              <a:latin typeface="+mj-lt"/>
              <a:ea typeface="Gadugi" panose="020B0502040204020203" pitchFamily="34" charset="0"/>
            </a:endParaRPr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1BA6C41A-6C1B-31DB-37F1-79B27DCFE2B8}"/>
              </a:ext>
            </a:extLst>
          </p:cNvPr>
          <p:cNvGrpSpPr/>
          <p:nvPr/>
        </p:nvGrpSpPr>
        <p:grpSpPr>
          <a:xfrm>
            <a:off x="172646" y="2085938"/>
            <a:ext cx="4059872" cy="1039211"/>
            <a:chOff x="664627" y="1932842"/>
            <a:chExt cx="4059872" cy="1039211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712B2FA-D28A-5D72-2FF8-02FE037C37A1}"/>
                </a:ext>
              </a:extLst>
            </p:cNvPr>
            <p:cNvSpPr txBox="1"/>
            <p:nvPr/>
          </p:nvSpPr>
          <p:spPr>
            <a:xfrm>
              <a:off x="736707" y="2058626"/>
              <a:ext cx="290383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+mj-lt"/>
                  <a:ea typeface="Gadugi" panose="020B0502040204020203" pitchFamily="34" charset="0"/>
                </a:rPr>
                <a:t>“Low” Kelp treatments</a:t>
              </a:r>
            </a:p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One young </a:t>
              </a:r>
              <a:r>
                <a:rPr lang="en-US" sz="1400" i="1" dirty="0">
                  <a:latin typeface="+mj-lt"/>
                  <a:ea typeface="Gadugi" panose="020B0502040204020203" pitchFamily="34" charset="0"/>
                </a:rPr>
                <a:t>M. pyrifera </a:t>
              </a:r>
              <a:r>
                <a:rPr lang="en-US" sz="1400" dirty="0">
                  <a:latin typeface="+mj-lt"/>
                  <a:ea typeface="Gadugi" panose="020B0502040204020203" pitchFamily="34" charset="0"/>
                </a:rPr>
                <a:t>sporophyte</a:t>
              </a:r>
            </a:p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Wet weight biomass ranged 10—130g</a:t>
              </a:r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A94FF56D-C372-D445-CE34-A4C42CFA3D97}"/>
                </a:ext>
              </a:extLst>
            </p:cNvPr>
            <p:cNvSpPr/>
            <p:nvPr/>
          </p:nvSpPr>
          <p:spPr>
            <a:xfrm>
              <a:off x="664627" y="1932842"/>
              <a:ext cx="4059872" cy="1039211"/>
            </a:xfrm>
            <a:prstGeom prst="rect">
              <a:avLst/>
            </a:prstGeom>
            <a:noFill/>
            <a:ln w="15875">
              <a:solidFill>
                <a:srgbClr val="99984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3" name="TextBox 92">
            <a:extLst>
              <a:ext uri="{FF2B5EF4-FFF2-40B4-BE49-F238E27FC236}">
                <a16:creationId xmlns:a16="http://schemas.microsoft.com/office/drawing/2014/main" id="{704BDA2F-9001-2FD3-C5CF-71BE48A03FDA}"/>
              </a:ext>
            </a:extLst>
          </p:cNvPr>
          <p:cNvSpPr txBox="1"/>
          <p:nvPr/>
        </p:nvSpPr>
        <p:spPr>
          <a:xfrm>
            <a:off x="246678" y="3580042"/>
            <a:ext cx="310153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ea typeface="Gadugi" panose="020B0502040204020203" pitchFamily="34" charset="0"/>
              </a:rPr>
              <a:t>“High” Kelp treatments</a:t>
            </a:r>
          </a:p>
          <a:p>
            <a:r>
              <a:rPr lang="en-US" sz="1400" dirty="0">
                <a:latin typeface="+mj-lt"/>
                <a:ea typeface="Gadugi" panose="020B0502040204020203" pitchFamily="34" charset="0"/>
              </a:rPr>
              <a:t>Four young </a:t>
            </a:r>
            <a:r>
              <a:rPr lang="en-US" sz="1400" i="1" dirty="0">
                <a:latin typeface="+mj-lt"/>
                <a:ea typeface="Gadugi" panose="020B0502040204020203" pitchFamily="34" charset="0"/>
              </a:rPr>
              <a:t>M. pyrifera </a:t>
            </a:r>
            <a:r>
              <a:rPr lang="en-US" sz="1400" dirty="0">
                <a:latin typeface="+mj-lt"/>
                <a:ea typeface="Gadugi" panose="020B0502040204020203" pitchFamily="34" charset="0"/>
              </a:rPr>
              <a:t>sporophytes</a:t>
            </a:r>
          </a:p>
          <a:p>
            <a:r>
              <a:rPr lang="en-US" sz="1400" dirty="0">
                <a:latin typeface="+mj-lt"/>
                <a:ea typeface="Gadugi" panose="020B0502040204020203" pitchFamily="34" charset="0"/>
              </a:rPr>
              <a:t>Wet weight biomass ranged 100—330g</a:t>
            </a:r>
          </a:p>
        </p:txBody>
      </p: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BC5A04B3-2C05-F523-5DAB-0621805B17D2}"/>
              </a:ext>
            </a:extLst>
          </p:cNvPr>
          <p:cNvGrpSpPr/>
          <p:nvPr/>
        </p:nvGrpSpPr>
        <p:grpSpPr>
          <a:xfrm>
            <a:off x="4503732" y="781520"/>
            <a:ext cx="5711670" cy="1043283"/>
            <a:chOff x="4799971" y="854589"/>
            <a:chExt cx="5711670" cy="1043283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806468F-0AE0-698B-56A5-2DFA7958952C}"/>
                </a:ext>
              </a:extLst>
            </p:cNvPr>
            <p:cNvSpPr txBox="1"/>
            <p:nvPr/>
          </p:nvSpPr>
          <p:spPr>
            <a:xfrm>
              <a:off x="4913119" y="990768"/>
              <a:ext cx="411794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+mj-lt"/>
                  <a:ea typeface="Gadugi" panose="020B0502040204020203" pitchFamily="34" charset="0"/>
                </a:rPr>
                <a:t>Eight levels of drift algae treatments </a:t>
              </a:r>
            </a:p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Blades of Giant Kelp (</a:t>
              </a:r>
              <a:r>
                <a:rPr lang="en-US" sz="1400" i="1" dirty="0">
                  <a:latin typeface="+mj-lt"/>
                  <a:ea typeface="Gadugi" panose="020B0502040204020203" pitchFamily="34" charset="0"/>
                </a:rPr>
                <a:t>Macrocystis pyrifera</a:t>
              </a:r>
              <a:r>
                <a:rPr lang="en-US" sz="1400" dirty="0">
                  <a:latin typeface="+mj-lt"/>
                  <a:ea typeface="Gadugi" panose="020B0502040204020203" pitchFamily="34" charset="0"/>
                </a:rPr>
                <a:t>) </a:t>
              </a:r>
            </a:p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Wet weight biomass ranged 10—330g</a:t>
              </a:r>
            </a:p>
          </p:txBody>
        </p:sp>
        <p:grpSp>
          <p:nvGrpSpPr>
            <p:cNvPr id="132" name="Group 131">
              <a:extLst>
                <a:ext uri="{FF2B5EF4-FFF2-40B4-BE49-F238E27FC236}">
                  <a16:creationId xmlns:a16="http://schemas.microsoft.com/office/drawing/2014/main" id="{160E3437-08CE-1BB7-DFE7-B61BD737E1CB}"/>
                </a:ext>
              </a:extLst>
            </p:cNvPr>
            <p:cNvGrpSpPr/>
            <p:nvPr/>
          </p:nvGrpSpPr>
          <p:grpSpPr>
            <a:xfrm>
              <a:off x="8560993" y="1043462"/>
              <a:ext cx="1950648" cy="854410"/>
              <a:chOff x="8549776" y="1043462"/>
              <a:chExt cx="1950648" cy="854410"/>
            </a:xfrm>
          </p:grpSpPr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B913ED0C-DA29-57EB-AC0B-525F3AD30205}"/>
                  </a:ext>
                </a:extLst>
              </p:cNvPr>
              <p:cNvSpPr/>
              <p:nvPr/>
            </p:nvSpPr>
            <p:spPr>
              <a:xfrm>
                <a:off x="9423652" y="1043462"/>
                <a:ext cx="619125" cy="581025"/>
              </a:xfrm>
              <a:prstGeom prst="rect">
                <a:avLst/>
              </a:prstGeom>
              <a:solidFill>
                <a:srgbClr val="198F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DFC5176C-485B-0184-F68D-26FD2454EDDC}"/>
                  </a:ext>
                </a:extLst>
              </p:cNvPr>
              <p:cNvSpPr/>
              <p:nvPr/>
            </p:nvSpPr>
            <p:spPr>
              <a:xfrm>
                <a:off x="8642603" y="1585839"/>
                <a:ext cx="619125" cy="45719"/>
              </a:xfrm>
              <a:prstGeom prst="rect">
                <a:avLst/>
              </a:prstGeom>
              <a:solidFill>
                <a:srgbClr val="198FA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ADF5D6C5-71A0-F970-127E-0D3EC53B1927}"/>
                  </a:ext>
                </a:extLst>
              </p:cNvPr>
              <p:cNvSpPr txBox="1"/>
              <p:nvPr/>
            </p:nvSpPr>
            <p:spPr>
              <a:xfrm>
                <a:off x="8549776" y="1586837"/>
                <a:ext cx="11305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+mj-lt"/>
                    <a:ea typeface="Gadugi" panose="020B0502040204020203" pitchFamily="34" charset="0"/>
                  </a:rPr>
                  <a:t>10g drift</a:t>
                </a:r>
                <a:endParaRPr lang="en-US" sz="2000" dirty="0">
                  <a:latin typeface="+mj-lt"/>
                  <a:ea typeface="Gadugi" panose="020B0502040204020203" pitchFamily="34" charset="0"/>
                </a:endParaRPr>
              </a:p>
            </p:txBody>
          </p: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28DD5AFA-F174-6A79-6093-74CB7D6C8A01}"/>
                  </a:ext>
                </a:extLst>
              </p:cNvPr>
              <p:cNvSpPr txBox="1"/>
              <p:nvPr/>
            </p:nvSpPr>
            <p:spPr>
              <a:xfrm>
                <a:off x="9369827" y="1590095"/>
                <a:ext cx="113059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>
                    <a:latin typeface="+mj-lt"/>
                    <a:ea typeface="Gadugi" panose="020B0502040204020203" pitchFamily="34" charset="0"/>
                  </a:rPr>
                  <a:t>330g drift</a:t>
                </a:r>
                <a:endParaRPr lang="en-US" sz="2000" dirty="0">
                  <a:latin typeface="+mj-lt"/>
                  <a:ea typeface="Gadugi" panose="020B0502040204020203" pitchFamily="34" charset="0"/>
                </a:endParaRPr>
              </a:p>
            </p:txBody>
          </p:sp>
        </p:grp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1F9F0E33-D434-6086-B01A-DC2B86CFD334}"/>
                </a:ext>
              </a:extLst>
            </p:cNvPr>
            <p:cNvSpPr/>
            <p:nvPr/>
          </p:nvSpPr>
          <p:spPr>
            <a:xfrm>
              <a:off x="4799971" y="854589"/>
              <a:ext cx="5457396" cy="1039211"/>
            </a:xfrm>
            <a:prstGeom prst="rect">
              <a:avLst/>
            </a:prstGeom>
            <a:noFill/>
            <a:ln w="15875">
              <a:solidFill>
                <a:srgbClr val="198FA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1" name="Picture 140" descr="A close up of an animal&#10;&#10;Description automatically generated">
            <a:extLst>
              <a:ext uri="{FF2B5EF4-FFF2-40B4-BE49-F238E27FC236}">
                <a16:creationId xmlns:a16="http://schemas.microsoft.com/office/drawing/2014/main" id="{A0771183-3150-97CC-E8F7-885305F15E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1363" y="5352600"/>
            <a:ext cx="417733" cy="300072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pic>
        <p:nvPicPr>
          <p:cNvPr id="153" name="Picture 152" descr="A close up of an animal&#10;&#10;Description automatically generated">
            <a:extLst>
              <a:ext uri="{FF2B5EF4-FFF2-40B4-BE49-F238E27FC236}">
                <a16:creationId xmlns:a16="http://schemas.microsoft.com/office/drawing/2014/main" id="{242CA6DB-9BE5-B7B9-A360-2A2115C490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058" y="5341728"/>
            <a:ext cx="417733" cy="300072"/>
          </a:xfrm>
          <a:prstGeom prst="rect">
            <a:avLst/>
          </a:prstGeom>
        </p:spPr>
      </p:pic>
      <p:pic>
        <p:nvPicPr>
          <p:cNvPr id="162" name="Picture 161" descr="A close up of an animal&#10;&#10;Description automatically generated">
            <a:extLst>
              <a:ext uri="{FF2B5EF4-FFF2-40B4-BE49-F238E27FC236}">
                <a16:creationId xmlns:a16="http://schemas.microsoft.com/office/drawing/2014/main" id="{8730F7D5-4623-8AAC-9562-B2D9B19042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7822" y="2636332"/>
            <a:ext cx="417733" cy="300072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pic>
        <p:nvPicPr>
          <p:cNvPr id="172" name="Picture 171" descr="A close up of an animal&#10;&#10;Description automatically generated">
            <a:extLst>
              <a:ext uri="{FF2B5EF4-FFF2-40B4-BE49-F238E27FC236}">
                <a16:creationId xmlns:a16="http://schemas.microsoft.com/office/drawing/2014/main" id="{294B6FFC-8F9B-DE97-7025-B9A66A33F0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2089" y="2634163"/>
            <a:ext cx="417733" cy="300072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pic>
        <p:nvPicPr>
          <p:cNvPr id="175" name="Picture 174" descr="A close up of an animal&#10;&#10;Description automatically generated">
            <a:extLst>
              <a:ext uri="{FF2B5EF4-FFF2-40B4-BE49-F238E27FC236}">
                <a16:creationId xmlns:a16="http://schemas.microsoft.com/office/drawing/2014/main" id="{36CEF21B-CE98-8A21-5AA6-746CB5E58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763" y="2633948"/>
            <a:ext cx="417733" cy="300072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pic>
        <p:nvPicPr>
          <p:cNvPr id="178" name="Picture 177" descr="A close up of an animal&#10;&#10;Description automatically generated">
            <a:extLst>
              <a:ext uri="{FF2B5EF4-FFF2-40B4-BE49-F238E27FC236}">
                <a16:creationId xmlns:a16="http://schemas.microsoft.com/office/drawing/2014/main" id="{BB11271B-2D4B-C18B-5318-8B379278E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4272" y="2631872"/>
            <a:ext cx="417733" cy="300072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pic>
        <p:nvPicPr>
          <p:cNvPr id="181" name="Picture 180" descr="A close up of an animal&#10;&#10;Description automatically generated">
            <a:extLst>
              <a:ext uri="{FF2B5EF4-FFF2-40B4-BE49-F238E27FC236}">
                <a16:creationId xmlns:a16="http://schemas.microsoft.com/office/drawing/2014/main" id="{257F2DC3-E09E-4F32-DD77-53CD239018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5350" y="2629969"/>
            <a:ext cx="417733" cy="300072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pic>
        <p:nvPicPr>
          <p:cNvPr id="184" name="Picture 183" descr="A close up of an animal&#10;&#10;Description automatically generated">
            <a:extLst>
              <a:ext uri="{FF2B5EF4-FFF2-40B4-BE49-F238E27FC236}">
                <a16:creationId xmlns:a16="http://schemas.microsoft.com/office/drawing/2014/main" id="{3C6B9E04-6FC3-0CCA-F064-093F14216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6328" y="2634163"/>
            <a:ext cx="417733" cy="300072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235" name="Rectangle 234">
            <a:extLst>
              <a:ext uri="{FF2B5EF4-FFF2-40B4-BE49-F238E27FC236}">
                <a16:creationId xmlns:a16="http://schemas.microsoft.com/office/drawing/2014/main" id="{7B75A3D9-AA58-DAFE-2F55-44349D733B32}"/>
              </a:ext>
            </a:extLst>
          </p:cNvPr>
          <p:cNvSpPr/>
          <p:nvPr/>
        </p:nvSpPr>
        <p:spPr>
          <a:xfrm>
            <a:off x="4480045" y="2078691"/>
            <a:ext cx="6358699" cy="4206756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510AE428-9BD7-1018-697A-E5BA82B6A717}"/>
              </a:ext>
            </a:extLst>
          </p:cNvPr>
          <p:cNvSpPr/>
          <p:nvPr/>
        </p:nvSpPr>
        <p:spPr>
          <a:xfrm>
            <a:off x="169107" y="3446264"/>
            <a:ext cx="4059872" cy="1039211"/>
          </a:xfrm>
          <a:prstGeom prst="rect">
            <a:avLst/>
          </a:prstGeom>
          <a:noFill/>
          <a:ln w="15875">
            <a:solidFill>
              <a:srgbClr val="99984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TextBox 237">
            <a:extLst>
              <a:ext uri="{FF2B5EF4-FFF2-40B4-BE49-F238E27FC236}">
                <a16:creationId xmlns:a16="http://schemas.microsoft.com/office/drawing/2014/main" id="{72C017DE-A46C-E855-FE77-32C04E199145}"/>
              </a:ext>
            </a:extLst>
          </p:cNvPr>
          <p:cNvSpPr txBox="1"/>
          <p:nvPr/>
        </p:nvSpPr>
        <p:spPr>
          <a:xfrm>
            <a:off x="7576652" y="4996207"/>
            <a:ext cx="351109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  <a:ea typeface="Gadugi" panose="020B0502040204020203" pitchFamily="34" charset="0"/>
              </a:rPr>
              <a:t>Cage array</a:t>
            </a:r>
          </a:p>
          <a:p>
            <a:r>
              <a:rPr lang="en-US" sz="1400" dirty="0">
                <a:latin typeface="+mj-lt"/>
                <a:ea typeface="Gadugi" panose="020B0502040204020203" pitchFamily="34" charset="0"/>
              </a:rPr>
              <a:t>n=20 1 x 1 x 0.4m cages</a:t>
            </a:r>
          </a:p>
          <a:p>
            <a:r>
              <a:rPr lang="en-US" sz="1400" dirty="0">
                <a:latin typeface="+mj-lt"/>
                <a:ea typeface="Gadugi" panose="020B0502040204020203" pitchFamily="34" charset="0"/>
              </a:rPr>
              <a:t>Not to scale; one “urchin control” cage not shown or analyzed</a:t>
            </a:r>
          </a:p>
        </p:txBody>
      </p:sp>
      <p:grpSp>
        <p:nvGrpSpPr>
          <p:cNvPr id="241" name="Group 240">
            <a:extLst>
              <a:ext uri="{FF2B5EF4-FFF2-40B4-BE49-F238E27FC236}">
                <a16:creationId xmlns:a16="http://schemas.microsoft.com/office/drawing/2014/main" id="{B1758AB7-DE86-F0F0-B221-3B0B2C8124B3}"/>
              </a:ext>
            </a:extLst>
          </p:cNvPr>
          <p:cNvGrpSpPr/>
          <p:nvPr/>
        </p:nvGrpSpPr>
        <p:grpSpPr>
          <a:xfrm>
            <a:off x="169107" y="773160"/>
            <a:ext cx="4059872" cy="1046440"/>
            <a:chOff x="286231" y="611560"/>
            <a:chExt cx="4059872" cy="1046440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62832ABC-8D9D-1243-AF0D-DED3720F60B9}"/>
                </a:ext>
              </a:extLst>
            </p:cNvPr>
            <p:cNvSpPr txBox="1"/>
            <p:nvPr/>
          </p:nvSpPr>
          <p:spPr>
            <a:xfrm>
              <a:off x="286231" y="611560"/>
              <a:ext cx="4059872" cy="1046440"/>
            </a:xfrm>
            <a:prstGeom prst="rect">
              <a:avLst/>
            </a:prstGeom>
            <a:noFill/>
            <a:ln w="15875">
              <a:solidFill>
                <a:srgbClr val="7C496A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+mj-lt"/>
                  <a:ea typeface="Gadugi" panose="020B0502040204020203" pitchFamily="34" charset="0"/>
                </a:rPr>
                <a:t>Sea urchins</a:t>
              </a:r>
            </a:p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n=10 or n=20 4-5cm purple urchins</a:t>
              </a:r>
            </a:p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(</a:t>
              </a:r>
              <a:r>
                <a:rPr lang="en-US" sz="1400" i="1" dirty="0">
                  <a:latin typeface="+mj-lt"/>
                  <a:ea typeface="Gadugi" panose="020B0502040204020203" pitchFamily="34" charset="0"/>
                </a:rPr>
                <a:t>Strongylocentrotus purpuratus</a:t>
              </a:r>
              <a:r>
                <a:rPr lang="en-US" sz="1400" dirty="0">
                  <a:latin typeface="+mj-lt"/>
                  <a:ea typeface="Gadugi" panose="020B0502040204020203" pitchFamily="34" charset="0"/>
                </a:rPr>
                <a:t>)  </a:t>
              </a:r>
            </a:p>
            <a:p>
              <a:r>
                <a:rPr lang="en-US" sz="1400" dirty="0">
                  <a:latin typeface="+mj-lt"/>
                  <a:ea typeface="Gadugi" panose="020B0502040204020203" pitchFamily="34" charset="0"/>
                </a:rPr>
                <a:t>within each cage </a:t>
              </a:r>
            </a:p>
          </p:txBody>
        </p:sp>
        <p:pic>
          <p:nvPicPr>
            <p:cNvPr id="240" name="Picture 239" descr="A close up of an animal&#10;&#10;Description automatically generated">
              <a:extLst>
                <a:ext uri="{FF2B5EF4-FFF2-40B4-BE49-F238E27FC236}">
                  <a16:creationId xmlns:a16="http://schemas.microsoft.com/office/drawing/2014/main" id="{A136FDD9-38CB-C535-2EF5-7EED25B45F6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9977" b="92691" l="10000" r="90000">
                          <a14:foregroundMark x1="21000" y1="30510" x2="21000" y2="30510"/>
                          <a14:foregroundMark x1="19500" y1="29466" x2="19500" y2="29466"/>
                          <a14:foregroundMark x1="19833" y1="35267" x2="19833" y2="35267"/>
                          <a14:foregroundMark x1="16750" y1="39443" x2="16750" y2="39443"/>
                          <a14:foregroundMark x1="16750" y1="43155" x2="16750" y2="43155"/>
                          <a14:foregroundMark x1="16250" y1="48840" x2="16250" y2="48840"/>
                          <a14:foregroundMark x1="16250" y1="49420" x2="16250" y2="49420"/>
                          <a14:foregroundMark x1="16750" y1="58005" x2="16750" y2="58005"/>
                          <a14:foregroundMark x1="15417" y1="63109" x2="15417" y2="63109"/>
                          <a14:foregroundMark x1="41333" y1="91415" x2="41333" y2="91415"/>
                          <a14:foregroundMark x1="52333" y1="92459" x2="52333" y2="92459"/>
                          <a14:foregroundMark x1="54750" y1="92691" x2="54750" y2="92691"/>
                          <a14:foregroundMark x1="82500" y1="68097" x2="82500" y2="68097"/>
                          <a14:foregroundMark x1="72333" y1="25754" x2="72333" y2="25754"/>
                          <a14:foregroundMark x1="62417" y1="17633" x2="62417" y2="17633"/>
                          <a14:backgroundMark x1="70667" y1="29350" x2="70667" y2="29350"/>
                          <a14:backgroundMark x1="63500" y1="21114" x2="63500" y2="2111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12328" y="996112"/>
              <a:ext cx="569085" cy="408793"/>
            </a:xfrm>
            <a:prstGeom prst="rect">
              <a:avLst/>
            </a:prstGeom>
            <a:solidFill>
              <a:schemeClr val="bg1">
                <a:alpha val="0"/>
              </a:schemeClr>
            </a:solidFill>
          </p:spPr>
        </p:pic>
      </p:grpSp>
      <p:sp>
        <p:nvSpPr>
          <p:cNvPr id="245" name="TextBox 244">
            <a:extLst>
              <a:ext uri="{FF2B5EF4-FFF2-40B4-BE49-F238E27FC236}">
                <a16:creationId xmlns:a16="http://schemas.microsoft.com/office/drawing/2014/main" id="{5F8857A4-83ED-3A07-4874-A5C86BEA3970}"/>
              </a:ext>
            </a:extLst>
          </p:cNvPr>
          <p:cNvSpPr txBox="1"/>
          <p:nvPr/>
        </p:nvSpPr>
        <p:spPr>
          <a:xfrm>
            <a:off x="55997" y="145690"/>
            <a:ext cx="6282920" cy="461665"/>
          </a:xfrm>
          <a:prstGeom prst="rect">
            <a:avLst/>
          </a:prstGeom>
          <a:noFill/>
          <a:ln w="15875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+mj-lt"/>
                <a:ea typeface="Gadugi" panose="020B0502040204020203" pitchFamily="34" charset="0"/>
              </a:rPr>
              <a:t>Experimental cage treatments across space</a:t>
            </a:r>
          </a:p>
        </p:txBody>
      </p:sp>
      <p:pic>
        <p:nvPicPr>
          <p:cNvPr id="250" name="Picture 249" descr="A plant with leaves on it&#10;&#10;AI-generated content may be incorrect.">
            <a:extLst>
              <a:ext uri="{FF2B5EF4-FFF2-40B4-BE49-F238E27FC236}">
                <a16:creationId xmlns:a16="http://schemas.microsoft.com/office/drawing/2014/main" id="{4A4811E7-CEC9-2016-EC2B-52875D193B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280" y="2348143"/>
            <a:ext cx="424779" cy="637169"/>
          </a:xfrm>
          <a:prstGeom prst="rect">
            <a:avLst/>
          </a:prstGeom>
        </p:spPr>
      </p:pic>
      <p:pic>
        <p:nvPicPr>
          <p:cNvPr id="252" name="Picture 251" descr="A plant with leaves on it&#10;&#10;AI-generated content may be incorrect.">
            <a:extLst>
              <a:ext uri="{FF2B5EF4-FFF2-40B4-BE49-F238E27FC236}">
                <a16:creationId xmlns:a16="http://schemas.microsoft.com/office/drawing/2014/main" id="{69DE0CB2-EBF0-6F86-A99D-B987CF0226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8000" y="2347860"/>
            <a:ext cx="424779" cy="637169"/>
          </a:xfrm>
          <a:prstGeom prst="rect">
            <a:avLst/>
          </a:prstGeom>
        </p:spPr>
      </p:pic>
      <p:pic>
        <p:nvPicPr>
          <p:cNvPr id="253" name="Picture 252" descr="A plant with leaves on it&#10;&#10;AI-generated content may be incorrect.">
            <a:extLst>
              <a:ext uri="{FF2B5EF4-FFF2-40B4-BE49-F238E27FC236}">
                <a16:creationId xmlns:a16="http://schemas.microsoft.com/office/drawing/2014/main" id="{18C45243-250F-08C1-5DAA-65640A78BE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5237" y="2341900"/>
            <a:ext cx="424779" cy="637169"/>
          </a:xfrm>
          <a:prstGeom prst="rect">
            <a:avLst/>
          </a:prstGeom>
        </p:spPr>
      </p:pic>
      <p:pic>
        <p:nvPicPr>
          <p:cNvPr id="254" name="Picture 253" descr="A plant with leaves on it&#10;&#10;AI-generated content may be incorrect.">
            <a:extLst>
              <a:ext uri="{FF2B5EF4-FFF2-40B4-BE49-F238E27FC236}">
                <a16:creationId xmlns:a16="http://schemas.microsoft.com/office/drawing/2014/main" id="{1BA976BC-99B1-6C0D-9920-28BD436FBC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055" y="2353207"/>
            <a:ext cx="424779" cy="637169"/>
          </a:xfrm>
          <a:prstGeom prst="rect">
            <a:avLst/>
          </a:prstGeom>
        </p:spPr>
      </p:pic>
      <p:pic>
        <p:nvPicPr>
          <p:cNvPr id="255" name="Picture 254" descr="A plant with leaves on it&#10;&#10;AI-generated content may be incorrect.">
            <a:extLst>
              <a:ext uri="{FF2B5EF4-FFF2-40B4-BE49-F238E27FC236}">
                <a16:creationId xmlns:a16="http://schemas.microsoft.com/office/drawing/2014/main" id="{F7A84793-98AB-2AA6-3403-2FA449B496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431" y="2348473"/>
            <a:ext cx="424779" cy="637169"/>
          </a:xfrm>
          <a:prstGeom prst="rect">
            <a:avLst/>
          </a:prstGeom>
        </p:spPr>
      </p:pic>
      <p:pic>
        <p:nvPicPr>
          <p:cNvPr id="39" name="Picture 38" descr="A plant with leaves on it&#10;&#10;AI-generated content may be incorrect.">
            <a:extLst>
              <a:ext uri="{FF2B5EF4-FFF2-40B4-BE49-F238E27FC236}">
                <a16:creationId xmlns:a16="http://schemas.microsoft.com/office/drawing/2014/main" id="{C4AD5C3E-4FAB-FA5A-1662-4CB67DCF95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619" y="2357708"/>
            <a:ext cx="424779" cy="637169"/>
          </a:xfrm>
          <a:prstGeom prst="rect">
            <a:avLst/>
          </a:prstGeom>
        </p:spPr>
      </p:pic>
      <p:pic>
        <p:nvPicPr>
          <p:cNvPr id="40" name="Picture 39" descr="A plant with leaves on it&#10;&#10;AI-generated content may be incorrect.">
            <a:extLst>
              <a:ext uri="{FF2B5EF4-FFF2-40B4-BE49-F238E27FC236}">
                <a16:creationId xmlns:a16="http://schemas.microsoft.com/office/drawing/2014/main" id="{C717F639-63F1-DF6C-0D7E-C2F656BAA4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462" y="2356474"/>
            <a:ext cx="424779" cy="637169"/>
          </a:xfrm>
          <a:prstGeom prst="rect">
            <a:avLst/>
          </a:prstGeom>
        </p:spPr>
      </p:pic>
      <p:pic>
        <p:nvPicPr>
          <p:cNvPr id="44" name="Picture 43" descr="A plant with leaves on it&#10;&#10;AI-generated content may be incorrect.">
            <a:extLst>
              <a:ext uri="{FF2B5EF4-FFF2-40B4-BE49-F238E27FC236}">
                <a16:creationId xmlns:a16="http://schemas.microsoft.com/office/drawing/2014/main" id="{D81A63FF-5E25-07B4-5F5C-EA33CB7FA3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4459" y="2356473"/>
            <a:ext cx="424779" cy="637169"/>
          </a:xfrm>
          <a:prstGeom prst="rect">
            <a:avLst/>
          </a:prstGeom>
        </p:spPr>
      </p:pic>
      <p:pic>
        <p:nvPicPr>
          <p:cNvPr id="46" name="Picture 45" descr="A plant with leaves on it&#10;&#10;AI-generated content may be incorrect.">
            <a:extLst>
              <a:ext uri="{FF2B5EF4-FFF2-40B4-BE49-F238E27FC236}">
                <a16:creationId xmlns:a16="http://schemas.microsoft.com/office/drawing/2014/main" id="{A11B12C1-9DA2-A7D0-61EF-1DC72A032D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8213" y="2136646"/>
            <a:ext cx="663068" cy="994603"/>
          </a:xfrm>
          <a:prstGeom prst="rect">
            <a:avLst/>
          </a:prstGeom>
        </p:spPr>
      </p:pic>
      <p:pic>
        <p:nvPicPr>
          <p:cNvPr id="47" name="Picture 46" descr="A close up of an animal&#10;&#10;Description automatically generated">
            <a:extLst>
              <a:ext uri="{FF2B5EF4-FFF2-40B4-BE49-F238E27FC236}">
                <a16:creationId xmlns:a16="http://schemas.microsoft.com/office/drawing/2014/main" id="{53B37B43-E531-B177-7126-FE6D6EB8F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7741" y="2626700"/>
            <a:ext cx="417733" cy="300072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sp>
        <p:nvSpPr>
          <p:cNvPr id="48" name="Rectangle 47">
            <a:extLst>
              <a:ext uri="{FF2B5EF4-FFF2-40B4-BE49-F238E27FC236}">
                <a16:creationId xmlns:a16="http://schemas.microsoft.com/office/drawing/2014/main" id="{4621D24B-7ABC-F0DA-A98A-B28EBCA1CAF0}"/>
              </a:ext>
            </a:extLst>
          </p:cNvPr>
          <p:cNvSpPr/>
          <p:nvPr/>
        </p:nvSpPr>
        <p:spPr>
          <a:xfrm>
            <a:off x="5472000" y="2350441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54DD7EE-0A21-2A86-3BA5-1D2AF8A35BC4}"/>
              </a:ext>
            </a:extLst>
          </p:cNvPr>
          <p:cNvSpPr/>
          <p:nvPr/>
        </p:nvSpPr>
        <p:spPr>
          <a:xfrm>
            <a:off x="4723830" y="2355107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B4CAB6F9-942F-FA0B-EACC-0605C8C05AB0}"/>
              </a:ext>
            </a:extLst>
          </p:cNvPr>
          <p:cNvGrpSpPr/>
          <p:nvPr/>
        </p:nvGrpSpPr>
        <p:grpSpPr>
          <a:xfrm>
            <a:off x="5368172" y="5066024"/>
            <a:ext cx="826779" cy="637169"/>
            <a:chOff x="5953832" y="4612279"/>
            <a:chExt cx="826779" cy="637169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940CE5AC-C6F3-C76A-363E-4112E8DEB235}"/>
                </a:ext>
              </a:extLst>
            </p:cNvPr>
            <p:cNvGrpSpPr/>
            <p:nvPr/>
          </p:nvGrpSpPr>
          <p:grpSpPr>
            <a:xfrm>
              <a:off x="5953832" y="4612279"/>
              <a:ext cx="559515" cy="637169"/>
              <a:chOff x="5953832" y="4612279"/>
              <a:chExt cx="559515" cy="637169"/>
            </a:xfrm>
          </p:grpSpPr>
          <p:pic>
            <p:nvPicPr>
              <p:cNvPr id="79" name="Picture 78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EB2359E9-65D3-015A-94B9-CA4E3C43A6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80" name="Picture 79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2E3542A1-3499-DA13-2F61-F15A008FE7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42241DAC-57D0-8937-44A5-92A3BF2116D8}"/>
                </a:ext>
              </a:extLst>
            </p:cNvPr>
            <p:cNvGrpSpPr/>
            <p:nvPr/>
          </p:nvGrpSpPr>
          <p:grpSpPr>
            <a:xfrm>
              <a:off x="6221096" y="4612279"/>
              <a:ext cx="559515" cy="637169"/>
              <a:chOff x="5953832" y="4612279"/>
              <a:chExt cx="559515" cy="637169"/>
            </a:xfrm>
          </p:grpSpPr>
          <p:pic>
            <p:nvPicPr>
              <p:cNvPr id="84" name="Picture 83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2BD9DAE1-6E56-8C3E-36A5-D3F0E8BD1D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85" name="Picture 84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2F8745CD-F496-ED54-C118-7273127C93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</p:grpSp>
      <p:grpSp>
        <p:nvGrpSpPr>
          <p:cNvPr id="87" name="Group 86">
            <a:extLst>
              <a:ext uri="{FF2B5EF4-FFF2-40B4-BE49-F238E27FC236}">
                <a16:creationId xmlns:a16="http://schemas.microsoft.com/office/drawing/2014/main" id="{62A130DC-62CF-40EE-2FE8-114ACD615290}"/>
              </a:ext>
            </a:extLst>
          </p:cNvPr>
          <p:cNvGrpSpPr/>
          <p:nvPr/>
        </p:nvGrpSpPr>
        <p:grpSpPr>
          <a:xfrm>
            <a:off x="5363488" y="3709301"/>
            <a:ext cx="826779" cy="637169"/>
            <a:chOff x="5953832" y="4612279"/>
            <a:chExt cx="826779" cy="637169"/>
          </a:xfrm>
        </p:grpSpPr>
        <p:grpSp>
          <p:nvGrpSpPr>
            <p:cNvPr id="94" name="Group 93">
              <a:extLst>
                <a:ext uri="{FF2B5EF4-FFF2-40B4-BE49-F238E27FC236}">
                  <a16:creationId xmlns:a16="http://schemas.microsoft.com/office/drawing/2014/main" id="{48BFEDDB-85A1-151E-BCF3-F30F7F02A9B1}"/>
                </a:ext>
              </a:extLst>
            </p:cNvPr>
            <p:cNvGrpSpPr/>
            <p:nvPr/>
          </p:nvGrpSpPr>
          <p:grpSpPr>
            <a:xfrm>
              <a:off x="5953832" y="4612279"/>
              <a:ext cx="559515" cy="637169"/>
              <a:chOff x="5953832" y="4612279"/>
              <a:chExt cx="559515" cy="637169"/>
            </a:xfrm>
          </p:grpSpPr>
          <p:pic>
            <p:nvPicPr>
              <p:cNvPr id="102" name="Picture 101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395747A0-9C09-0ECF-A2F8-F43A76FC96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103" name="Picture 102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8358802B-996F-C527-9C86-A27034D372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B20DDBBA-38DF-BC49-72A5-A0D9F377E291}"/>
                </a:ext>
              </a:extLst>
            </p:cNvPr>
            <p:cNvGrpSpPr/>
            <p:nvPr/>
          </p:nvGrpSpPr>
          <p:grpSpPr>
            <a:xfrm>
              <a:off x="6221096" y="4612279"/>
              <a:ext cx="559515" cy="637169"/>
              <a:chOff x="5953832" y="4612279"/>
              <a:chExt cx="559515" cy="637169"/>
            </a:xfrm>
          </p:grpSpPr>
          <p:pic>
            <p:nvPicPr>
              <p:cNvPr id="96" name="Picture 95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C6DA6412-91E0-92E2-B4D4-FED15CE221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97" name="Picture 96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ADED9BC4-3FB5-0A72-ADF3-142DC1743E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</p:grpSp>
      <p:pic>
        <p:nvPicPr>
          <p:cNvPr id="198" name="Picture 197" descr="A close up of an animal&#10;&#10;Description automatically generated">
            <a:extLst>
              <a:ext uri="{FF2B5EF4-FFF2-40B4-BE49-F238E27FC236}">
                <a16:creationId xmlns:a16="http://schemas.microsoft.com/office/drawing/2014/main" id="{9E097173-8540-E90A-D88B-F55BBEF450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394" y="3992635"/>
            <a:ext cx="417733" cy="300072"/>
          </a:xfrm>
          <a:prstGeom prst="rect">
            <a:avLst/>
          </a:prstGeom>
        </p:spPr>
      </p:pic>
      <p:grpSp>
        <p:nvGrpSpPr>
          <p:cNvPr id="104" name="Group 103">
            <a:extLst>
              <a:ext uri="{FF2B5EF4-FFF2-40B4-BE49-F238E27FC236}">
                <a16:creationId xmlns:a16="http://schemas.microsoft.com/office/drawing/2014/main" id="{9C7B71B9-57D1-CA2C-A69D-16864736839B}"/>
              </a:ext>
            </a:extLst>
          </p:cNvPr>
          <p:cNvGrpSpPr/>
          <p:nvPr/>
        </p:nvGrpSpPr>
        <p:grpSpPr>
          <a:xfrm>
            <a:off x="6109304" y="3706475"/>
            <a:ext cx="826779" cy="637169"/>
            <a:chOff x="5953832" y="4612279"/>
            <a:chExt cx="826779" cy="637169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DB73CF90-76D0-E3A5-5A08-94ECE5852541}"/>
                </a:ext>
              </a:extLst>
            </p:cNvPr>
            <p:cNvGrpSpPr/>
            <p:nvPr/>
          </p:nvGrpSpPr>
          <p:grpSpPr>
            <a:xfrm>
              <a:off x="5953832" y="4612279"/>
              <a:ext cx="559515" cy="637169"/>
              <a:chOff x="5953832" y="4612279"/>
              <a:chExt cx="559515" cy="637169"/>
            </a:xfrm>
          </p:grpSpPr>
          <p:pic>
            <p:nvPicPr>
              <p:cNvPr id="109" name="Picture 108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85C194A3-2B9C-D1C2-C02E-612E266AD0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110" name="Picture 109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EEAC90E2-41D6-055F-2889-38628FF8DA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B7B88374-E502-23B0-C8DA-122067939529}"/>
                </a:ext>
              </a:extLst>
            </p:cNvPr>
            <p:cNvGrpSpPr/>
            <p:nvPr/>
          </p:nvGrpSpPr>
          <p:grpSpPr>
            <a:xfrm>
              <a:off x="6221096" y="4612279"/>
              <a:ext cx="559515" cy="637169"/>
              <a:chOff x="5953832" y="4612279"/>
              <a:chExt cx="559515" cy="637169"/>
            </a:xfrm>
          </p:grpSpPr>
          <p:pic>
            <p:nvPicPr>
              <p:cNvPr id="107" name="Picture 106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901B739A-63B3-540F-80A6-2888528675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108" name="Picture 107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C61B28D6-FB28-AE63-80E4-5A57DE4D04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</p:grpSp>
      <p:pic>
        <p:nvPicPr>
          <p:cNvPr id="204" name="Picture 203" descr="A close up of an animal&#10;&#10;Description automatically generated">
            <a:extLst>
              <a:ext uri="{FF2B5EF4-FFF2-40B4-BE49-F238E27FC236}">
                <a16:creationId xmlns:a16="http://schemas.microsoft.com/office/drawing/2014/main" id="{350A02E1-BC69-7DAA-7DB1-732FA799B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4318" y="3987968"/>
            <a:ext cx="417733" cy="300072"/>
          </a:xfrm>
          <a:prstGeom prst="rect">
            <a:avLst/>
          </a:prstGeom>
        </p:spPr>
      </p:pic>
      <p:grpSp>
        <p:nvGrpSpPr>
          <p:cNvPr id="119" name="Group 118">
            <a:extLst>
              <a:ext uri="{FF2B5EF4-FFF2-40B4-BE49-F238E27FC236}">
                <a16:creationId xmlns:a16="http://schemas.microsoft.com/office/drawing/2014/main" id="{4BFEF8D7-DD36-5296-F19E-1E4D38C5CF69}"/>
              </a:ext>
            </a:extLst>
          </p:cNvPr>
          <p:cNvGrpSpPr/>
          <p:nvPr/>
        </p:nvGrpSpPr>
        <p:grpSpPr>
          <a:xfrm>
            <a:off x="4632480" y="3720286"/>
            <a:ext cx="826779" cy="637169"/>
            <a:chOff x="5953832" y="4612279"/>
            <a:chExt cx="826779" cy="637169"/>
          </a:xfrm>
        </p:grpSpPr>
        <p:grpSp>
          <p:nvGrpSpPr>
            <p:cNvPr id="120" name="Group 119">
              <a:extLst>
                <a:ext uri="{FF2B5EF4-FFF2-40B4-BE49-F238E27FC236}">
                  <a16:creationId xmlns:a16="http://schemas.microsoft.com/office/drawing/2014/main" id="{DB30DFBE-465D-2B31-E5E6-643F0A8A0880}"/>
                </a:ext>
              </a:extLst>
            </p:cNvPr>
            <p:cNvGrpSpPr/>
            <p:nvPr/>
          </p:nvGrpSpPr>
          <p:grpSpPr>
            <a:xfrm>
              <a:off x="5953832" y="4612279"/>
              <a:ext cx="559515" cy="637169"/>
              <a:chOff x="5953832" y="4612279"/>
              <a:chExt cx="559515" cy="637169"/>
            </a:xfrm>
          </p:grpSpPr>
          <p:pic>
            <p:nvPicPr>
              <p:cNvPr id="125" name="Picture 124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BABE2A81-0ECD-110F-A8F0-67B27BEF4FB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128" name="Picture 127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6F64F14A-48E9-71CD-23ED-4E15223B8B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  <p:grpSp>
          <p:nvGrpSpPr>
            <p:cNvPr id="122" name="Group 121">
              <a:extLst>
                <a:ext uri="{FF2B5EF4-FFF2-40B4-BE49-F238E27FC236}">
                  <a16:creationId xmlns:a16="http://schemas.microsoft.com/office/drawing/2014/main" id="{8F18A0A4-4F3C-E4F9-4B63-6047F2590448}"/>
                </a:ext>
              </a:extLst>
            </p:cNvPr>
            <p:cNvGrpSpPr/>
            <p:nvPr/>
          </p:nvGrpSpPr>
          <p:grpSpPr>
            <a:xfrm>
              <a:off x="6221096" y="4612279"/>
              <a:ext cx="559515" cy="637169"/>
              <a:chOff x="5953832" y="4612279"/>
              <a:chExt cx="559515" cy="637169"/>
            </a:xfrm>
          </p:grpSpPr>
          <p:pic>
            <p:nvPicPr>
              <p:cNvPr id="123" name="Picture 122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150A0E44-CD39-6238-3FE7-9607B36E2F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124" name="Picture 123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864E57B8-84FD-7E38-E3ED-7588DB2016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</p:grpSp>
      <p:pic>
        <p:nvPicPr>
          <p:cNvPr id="64" name="Picture 63" descr="A close up of an animal&#10;&#10;Description automatically generated">
            <a:extLst>
              <a:ext uri="{FF2B5EF4-FFF2-40B4-BE49-F238E27FC236}">
                <a16:creationId xmlns:a16="http://schemas.microsoft.com/office/drawing/2014/main" id="{85CAD2CD-1C9C-BF29-D9D4-FF23D5CE25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450" y="4007760"/>
            <a:ext cx="417733" cy="300072"/>
          </a:xfrm>
          <a:prstGeom prst="rect">
            <a:avLst/>
          </a:prstGeom>
        </p:spPr>
      </p:pic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523173B-C166-A1F8-5B62-4A447D6CA082}"/>
              </a:ext>
            </a:extLst>
          </p:cNvPr>
          <p:cNvGrpSpPr/>
          <p:nvPr/>
        </p:nvGrpSpPr>
        <p:grpSpPr>
          <a:xfrm>
            <a:off x="6842661" y="3710228"/>
            <a:ext cx="826779" cy="637169"/>
            <a:chOff x="5953832" y="4612279"/>
            <a:chExt cx="826779" cy="637169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9FC6E2F6-E4C3-7CA4-2382-FC23667F4E85}"/>
                </a:ext>
              </a:extLst>
            </p:cNvPr>
            <p:cNvGrpSpPr/>
            <p:nvPr/>
          </p:nvGrpSpPr>
          <p:grpSpPr>
            <a:xfrm>
              <a:off x="5953832" y="4612279"/>
              <a:ext cx="559515" cy="637169"/>
              <a:chOff x="5953832" y="4612279"/>
              <a:chExt cx="559515" cy="637169"/>
            </a:xfrm>
          </p:grpSpPr>
          <p:pic>
            <p:nvPicPr>
              <p:cNvPr id="144" name="Picture 143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B0CF888E-0044-5F1F-361E-9DF7E26004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145" name="Picture 144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7AF35B9D-4AD6-0792-A742-90C712C0F8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38303355-591F-A3A2-F409-57D2979A022C}"/>
                </a:ext>
              </a:extLst>
            </p:cNvPr>
            <p:cNvGrpSpPr/>
            <p:nvPr/>
          </p:nvGrpSpPr>
          <p:grpSpPr>
            <a:xfrm>
              <a:off x="6221096" y="4612279"/>
              <a:ext cx="559515" cy="637169"/>
              <a:chOff x="5953832" y="4612279"/>
              <a:chExt cx="559515" cy="637169"/>
            </a:xfrm>
          </p:grpSpPr>
          <p:pic>
            <p:nvPicPr>
              <p:cNvPr id="139" name="Picture 138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94DFC3C0-A746-15F2-ABEB-9280E93CF5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143" name="Picture 142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54A0A37B-65D2-A9E6-FE93-42D5EE048A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</p:grpSp>
      <p:pic>
        <p:nvPicPr>
          <p:cNvPr id="210" name="Picture 209" descr="A close up of an animal&#10;&#10;Description automatically generated">
            <a:extLst>
              <a:ext uri="{FF2B5EF4-FFF2-40B4-BE49-F238E27FC236}">
                <a16:creationId xmlns:a16="http://schemas.microsoft.com/office/drawing/2014/main" id="{D7D51841-3FCF-F3F1-5C94-A2DD4E1CD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8919" y="3985922"/>
            <a:ext cx="417733" cy="300072"/>
          </a:xfrm>
          <a:prstGeom prst="rect">
            <a:avLst/>
          </a:prstGeom>
        </p:spPr>
      </p:pic>
      <p:grpSp>
        <p:nvGrpSpPr>
          <p:cNvPr id="151" name="Group 150">
            <a:extLst>
              <a:ext uri="{FF2B5EF4-FFF2-40B4-BE49-F238E27FC236}">
                <a16:creationId xmlns:a16="http://schemas.microsoft.com/office/drawing/2014/main" id="{25DE61B6-E972-610E-4AF4-D3A31F57AF97}"/>
              </a:ext>
            </a:extLst>
          </p:cNvPr>
          <p:cNvGrpSpPr/>
          <p:nvPr/>
        </p:nvGrpSpPr>
        <p:grpSpPr>
          <a:xfrm>
            <a:off x="7580849" y="3714267"/>
            <a:ext cx="826779" cy="637169"/>
            <a:chOff x="5953832" y="4612279"/>
            <a:chExt cx="826779" cy="637169"/>
          </a:xfrm>
        </p:grpSpPr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2EFE3424-3196-D33A-95BE-10AD1B9E4D16}"/>
                </a:ext>
              </a:extLst>
            </p:cNvPr>
            <p:cNvGrpSpPr/>
            <p:nvPr/>
          </p:nvGrpSpPr>
          <p:grpSpPr>
            <a:xfrm>
              <a:off x="5953832" y="4612279"/>
              <a:ext cx="559515" cy="637169"/>
              <a:chOff x="5953832" y="4612279"/>
              <a:chExt cx="559515" cy="637169"/>
            </a:xfrm>
          </p:grpSpPr>
          <p:pic>
            <p:nvPicPr>
              <p:cNvPr id="159" name="Picture 158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56E6AD3C-7764-1A3A-3E31-203738E9C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160" name="Picture 159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C44B6E74-B9FE-C18C-3F89-61F5E4C2D7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  <p:grpSp>
          <p:nvGrpSpPr>
            <p:cNvPr id="156" name="Group 155">
              <a:extLst>
                <a:ext uri="{FF2B5EF4-FFF2-40B4-BE49-F238E27FC236}">
                  <a16:creationId xmlns:a16="http://schemas.microsoft.com/office/drawing/2014/main" id="{88B8A3C6-5A11-7D22-586E-ECFC741FAE3C}"/>
                </a:ext>
              </a:extLst>
            </p:cNvPr>
            <p:cNvGrpSpPr/>
            <p:nvPr/>
          </p:nvGrpSpPr>
          <p:grpSpPr>
            <a:xfrm>
              <a:off x="6221096" y="4612279"/>
              <a:ext cx="559515" cy="637169"/>
              <a:chOff x="5953832" y="4612279"/>
              <a:chExt cx="559515" cy="637169"/>
            </a:xfrm>
          </p:grpSpPr>
          <p:pic>
            <p:nvPicPr>
              <p:cNvPr id="157" name="Picture 156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352CC48B-BB33-8782-9AF7-09573079E7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158" name="Picture 157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FD3569AA-C9D5-1B5C-B233-364C10AD71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</p:grpSp>
      <p:pic>
        <p:nvPicPr>
          <p:cNvPr id="216" name="Picture 215" descr="A close up of an animal&#10;&#10;Description automatically generated">
            <a:extLst>
              <a:ext uri="{FF2B5EF4-FFF2-40B4-BE49-F238E27FC236}">
                <a16:creationId xmlns:a16="http://schemas.microsoft.com/office/drawing/2014/main" id="{61EE4332-D974-2CFC-6EF6-7129035116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273" y="3988403"/>
            <a:ext cx="417733" cy="300072"/>
          </a:xfrm>
          <a:prstGeom prst="rect">
            <a:avLst/>
          </a:prstGeom>
        </p:spPr>
      </p:pic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0BF1104-D8F2-F384-1E2C-C93FA9D7EFF5}"/>
              </a:ext>
            </a:extLst>
          </p:cNvPr>
          <p:cNvGrpSpPr/>
          <p:nvPr/>
        </p:nvGrpSpPr>
        <p:grpSpPr>
          <a:xfrm>
            <a:off x="9057685" y="3704486"/>
            <a:ext cx="826779" cy="637169"/>
            <a:chOff x="5953832" y="4612279"/>
            <a:chExt cx="826779" cy="637169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69B1C326-1E7F-3219-4396-3AE8A3C858BB}"/>
                </a:ext>
              </a:extLst>
            </p:cNvPr>
            <p:cNvGrpSpPr/>
            <p:nvPr/>
          </p:nvGrpSpPr>
          <p:grpSpPr>
            <a:xfrm>
              <a:off x="5953832" y="4612279"/>
              <a:ext cx="559515" cy="637169"/>
              <a:chOff x="5953832" y="4612279"/>
              <a:chExt cx="559515" cy="637169"/>
            </a:xfrm>
          </p:grpSpPr>
          <p:pic>
            <p:nvPicPr>
              <p:cNvPr id="187" name="Picture 186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451B93B9-2D70-9892-E941-433C9754845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188" name="Picture 187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6359AA99-A82E-3589-AC31-DAEC63789A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  <p:grpSp>
          <p:nvGrpSpPr>
            <p:cNvPr id="166" name="Group 165">
              <a:extLst>
                <a:ext uri="{FF2B5EF4-FFF2-40B4-BE49-F238E27FC236}">
                  <a16:creationId xmlns:a16="http://schemas.microsoft.com/office/drawing/2014/main" id="{52169523-8831-B81A-FD42-5315F7BBB271}"/>
                </a:ext>
              </a:extLst>
            </p:cNvPr>
            <p:cNvGrpSpPr/>
            <p:nvPr/>
          </p:nvGrpSpPr>
          <p:grpSpPr>
            <a:xfrm>
              <a:off x="6221096" y="4612279"/>
              <a:ext cx="559515" cy="637169"/>
              <a:chOff x="5953832" y="4612279"/>
              <a:chExt cx="559515" cy="637169"/>
            </a:xfrm>
          </p:grpSpPr>
          <p:pic>
            <p:nvPicPr>
              <p:cNvPr id="167" name="Picture 166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08AD419C-53E2-49E0-9C75-888D8E84488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186" name="Picture 185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F5FB3F53-C425-923D-377C-99544DB65A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</p:grp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E0C270E-CC1B-3148-6FC6-3F2F943D9CF1}"/>
              </a:ext>
            </a:extLst>
          </p:cNvPr>
          <p:cNvGrpSpPr/>
          <p:nvPr/>
        </p:nvGrpSpPr>
        <p:grpSpPr>
          <a:xfrm>
            <a:off x="8342919" y="3705029"/>
            <a:ext cx="826779" cy="637169"/>
            <a:chOff x="5953832" y="4612279"/>
            <a:chExt cx="826779" cy="637169"/>
          </a:xfrm>
        </p:grpSpPr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C265BDCF-2FA5-8A55-C0C8-41B061CB5ADE}"/>
                </a:ext>
              </a:extLst>
            </p:cNvPr>
            <p:cNvGrpSpPr/>
            <p:nvPr/>
          </p:nvGrpSpPr>
          <p:grpSpPr>
            <a:xfrm>
              <a:off x="5953832" y="4612279"/>
              <a:ext cx="559515" cy="637169"/>
              <a:chOff x="5953832" y="4612279"/>
              <a:chExt cx="559515" cy="637169"/>
            </a:xfrm>
          </p:grpSpPr>
          <p:pic>
            <p:nvPicPr>
              <p:cNvPr id="257" name="Picture 256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1A7079F6-0A90-DE63-1A4C-ACC43AC05F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258" name="Picture 257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6D46E813-9745-D4CE-0277-78ED281F16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  <p:grpSp>
          <p:nvGrpSpPr>
            <p:cNvPr id="191" name="Group 190">
              <a:extLst>
                <a:ext uri="{FF2B5EF4-FFF2-40B4-BE49-F238E27FC236}">
                  <a16:creationId xmlns:a16="http://schemas.microsoft.com/office/drawing/2014/main" id="{3EB2CAEE-3CA7-FD8B-91D5-EC2F5DFCE91A}"/>
                </a:ext>
              </a:extLst>
            </p:cNvPr>
            <p:cNvGrpSpPr/>
            <p:nvPr/>
          </p:nvGrpSpPr>
          <p:grpSpPr>
            <a:xfrm>
              <a:off x="6221096" y="4612279"/>
              <a:ext cx="559515" cy="637169"/>
              <a:chOff x="5953832" y="4612279"/>
              <a:chExt cx="559515" cy="637169"/>
            </a:xfrm>
          </p:grpSpPr>
          <p:pic>
            <p:nvPicPr>
              <p:cNvPr id="192" name="Picture 191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52B163DB-BC3F-B4A8-E2FB-0321B3A1B0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256" name="Picture 255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1334EAB3-DC06-44B4-F44E-E3B322AE86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</p:grpSp>
      <p:pic>
        <p:nvPicPr>
          <p:cNvPr id="222" name="Picture 221" descr="A close up of an animal&#10;&#10;Description automatically generated">
            <a:extLst>
              <a:ext uri="{FF2B5EF4-FFF2-40B4-BE49-F238E27FC236}">
                <a16:creationId xmlns:a16="http://schemas.microsoft.com/office/drawing/2014/main" id="{FA08ECA7-192B-1BEC-4CBA-DFE0CDE02F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5518" y="3993908"/>
            <a:ext cx="417733" cy="300072"/>
          </a:xfrm>
          <a:prstGeom prst="rect">
            <a:avLst/>
          </a:prstGeom>
        </p:spPr>
      </p:pic>
      <p:sp>
        <p:nvSpPr>
          <p:cNvPr id="280" name="Rectangle 279">
            <a:extLst>
              <a:ext uri="{FF2B5EF4-FFF2-40B4-BE49-F238E27FC236}">
                <a16:creationId xmlns:a16="http://schemas.microsoft.com/office/drawing/2014/main" id="{D527790C-BE39-E6A0-D2F8-49AA06A2E491}"/>
              </a:ext>
            </a:extLst>
          </p:cNvPr>
          <p:cNvSpPr/>
          <p:nvPr/>
        </p:nvSpPr>
        <p:spPr>
          <a:xfrm>
            <a:off x="4726441" y="3705029"/>
            <a:ext cx="619125" cy="58102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81" name="Picture 280" descr="A close up of an animal&#10;&#10;Description automatically generated">
            <a:extLst>
              <a:ext uri="{FF2B5EF4-FFF2-40B4-BE49-F238E27FC236}">
                <a16:creationId xmlns:a16="http://schemas.microsoft.com/office/drawing/2014/main" id="{3C18BEF8-9E99-2D8C-8F10-247686879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7019" y="3985922"/>
            <a:ext cx="417733" cy="300072"/>
          </a:xfrm>
          <a:prstGeom prst="rect">
            <a:avLst/>
          </a:prstGeom>
        </p:spPr>
      </p:pic>
      <p:grpSp>
        <p:nvGrpSpPr>
          <p:cNvPr id="282" name="Group 281">
            <a:extLst>
              <a:ext uri="{FF2B5EF4-FFF2-40B4-BE49-F238E27FC236}">
                <a16:creationId xmlns:a16="http://schemas.microsoft.com/office/drawing/2014/main" id="{D5B77F9A-88D8-B41B-C910-9DD86B59C206}"/>
              </a:ext>
            </a:extLst>
          </p:cNvPr>
          <p:cNvGrpSpPr/>
          <p:nvPr/>
        </p:nvGrpSpPr>
        <p:grpSpPr>
          <a:xfrm>
            <a:off x="9784560" y="3705029"/>
            <a:ext cx="826779" cy="637169"/>
            <a:chOff x="5953832" y="4612279"/>
            <a:chExt cx="826779" cy="637169"/>
          </a:xfrm>
        </p:grpSpPr>
        <p:grpSp>
          <p:nvGrpSpPr>
            <p:cNvPr id="283" name="Group 282">
              <a:extLst>
                <a:ext uri="{FF2B5EF4-FFF2-40B4-BE49-F238E27FC236}">
                  <a16:creationId xmlns:a16="http://schemas.microsoft.com/office/drawing/2014/main" id="{42F3D4B6-36F1-6B7E-B369-DACDCBC82006}"/>
                </a:ext>
              </a:extLst>
            </p:cNvPr>
            <p:cNvGrpSpPr/>
            <p:nvPr/>
          </p:nvGrpSpPr>
          <p:grpSpPr>
            <a:xfrm>
              <a:off x="5953832" y="4612279"/>
              <a:ext cx="559515" cy="637169"/>
              <a:chOff x="5953832" y="4612279"/>
              <a:chExt cx="559515" cy="637169"/>
            </a:xfrm>
          </p:grpSpPr>
          <p:pic>
            <p:nvPicPr>
              <p:cNvPr id="287" name="Picture 286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C6FFCD83-E538-918D-29F9-2C49EF3BCFF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288" name="Picture 287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26976DFD-DF5A-E3E5-37E2-9BE2FFDDEA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  <p:grpSp>
          <p:nvGrpSpPr>
            <p:cNvPr id="284" name="Group 283">
              <a:extLst>
                <a:ext uri="{FF2B5EF4-FFF2-40B4-BE49-F238E27FC236}">
                  <a16:creationId xmlns:a16="http://schemas.microsoft.com/office/drawing/2014/main" id="{DA3D8644-C356-1FCA-56BD-535DFC69800D}"/>
                </a:ext>
              </a:extLst>
            </p:cNvPr>
            <p:cNvGrpSpPr/>
            <p:nvPr/>
          </p:nvGrpSpPr>
          <p:grpSpPr>
            <a:xfrm>
              <a:off x="6221096" y="4612279"/>
              <a:ext cx="559515" cy="637169"/>
              <a:chOff x="5953832" y="4612279"/>
              <a:chExt cx="559515" cy="637169"/>
            </a:xfrm>
          </p:grpSpPr>
          <p:pic>
            <p:nvPicPr>
              <p:cNvPr id="285" name="Picture 284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3B42FAE9-7990-C15D-E9EF-BB2F33DAFEF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953832" y="4612279"/>
                <a:ext cx="424779" cy="637169"/>
              </a:xfrm>
              <a:prstGeom prst="rect">
                <a:avLst/>
              </a:prstGeom>
            </p:spPr>
          </p:pic>
          <p:pic>
            <p:nvPicPr>
              <p:cNvPr id="286" name="Picture 285" descr="A plant with leaves on it&#10;&#10;AI-generated content may be incorrect.">
                <a:extLst>
                  <a:ext uri="{FF2B5EF4-FFF2-40B4-BE49-F238E27FC236}">
                    <a16:creationId xmlns:a16="http://schemas.microsoft.com/office/drawing/2014/main" id="{640F332E-104E-7348-6CC4-15C4DC0335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backgroundRemoval t="8138" b="89974" l="9961" r="89941">
                            <a14:foregroundMark x1="50293" y1="9440" x2="53418" y2="8138"/>
                            <a14:backgroundMark x1="50293" y1="86003" x2="50293" y2="86003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8568" y="4612279"/>
                <a:ext cx="424779" cy="637169"/>
              </a:xfrm>
              <a:prstGeom prst="rect">
                <a:avLst/>
              </a:prstGeom>
            </p:spPr>
          </p:pic>
        </p:grpSp>
      </p:grpSp>
      <p:pic>
        <p:nvPicPr>
          <p:cNvPr id="289" name="Picture 288" descr="A close up of an animal&#10;&#10;Description automatically generated">
            <a:extLst>
              <a:ext uri="{FF2B5EF4-FFF2-40B4-BE49-F238E27FC236}">
                <a16:creationId xmlns:a16="http://schemas.microsoft.com/office/drawing/2014/main" id="{D5BF3DA0-4707-CCE9-0851-9C6C9A1A1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8473" y="3992635"/>
            <a:ext cx="417733" cy="300072"/>
          </a:xfrm>
          <a:prstGeom prst="rect">
            <a:avLst/>
          </a:prstGeom>
        </p:spPr>
      </p:pic>
      <p:pic>
        <p:nvPicPr>
          <p:cNvPr id="290" name="Picture 289" descr="A plant with leaves on it&#10;&#10;AI-generated content may be incorrect.">
            <a:extLst>
              <a:ext uri="{FF2B5EF4-FFF2-40B4-BE49-F238E27FC236}">
                <a16:creationId xmlns:a16="http://schemas.microsoft.com/office/drawing/2014/main" id="{AC481CE7-36B9-C8BA-7747-EECC3E7A05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248" y="5055616"/>
            <a:ext cx="424779" cy="637169"/>
          </a:xfrm>
          <a:prstGeom prst="rect">
            <a:avLst/>
          </a:prstGeom>
        </p:spPr>
      </p:pic>
      <p:pic>
        <p:nvPicPr>
          <p:cNvPr id="291" name="Picture 290" descr="A close up of an animal&#10;&#10;Description automatically generated">
            <a:extLst>
              <a:ext uri="{FF2B5EF4-FFF2-40B4-BE49-F238E27FC236}">
                <a16:creationId xmlns:a16="http://schemas.microsoft.com/office/drawing/2014/main" id="{DF38D59E-94ED-C3C9-7B69-A3BC612BD0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7" b="92691" l="10000" r="90000">
                        <a14:foregroundMark x1="21000" y1="30510" x2="21000" y2="30510"/>
                        <a14:foregroundMark x1="19500" y1="29466" x2="19500" y2="29466"/>
                        <a14:foregroundMark x1="19833" y1="35267" x2="19833" y2="35267"/>
                        <a14:foregroundMark x1="16750" y1="39443" x2="16750" y2="39443"/>
                        <a14:foregroundMark x1="16750" y1="43155" x2="16750" y2="43155"/>
                        <a14:foregroundMark x1="16250" y1="48840" x2="16250" y2="48840"/>
                        <a14:foregroundMark x1="16250" y1="49420" x2="16250" y2="49420"/>
                        <a14:foregroundMark x1="16750" y1="58005" x2="16750" y2="58005"/>
                        <a14:foregroundMark x1="15417" y1="63109" x2="15417" y2="63109"/>
                        <a14:foregroundMark x1="41333" y1="91415" x2="41333" y2="91415"/>
                        <a14:foregroundMark x1="52333" y1="92459" x2="52333" y2="92459"/>
                        <a14:foregroundMark x1="54750" y1="92691" x2="54750" y2="92691"/>
                        <a14:foregroundMark x1="82500" y1="68097" x2="82500" y2="68097"/>
                        <a14:foregroundMark x1="72333" y1="25754" x2="72333" y2="25754"/>
                        <a14:foregroundMark x1="62417" y1="17633" x2="62417" y2="17633"/>
                        <a14:backgroundMark x1="70667" y1="29350" x2="70667" y2="29350"/>
                        <a14:backgroundMark x1="63500" y1="21114" x2="63500" y2="2111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059" y="5351524"/>
            <a:ext cx="417733" cy="300072"/>
          </a:xfrm>
          <a:prstGeom prst="rect">
            <a:avLst/>
          </a:prstGeom>
          <a:solidFill>
            <a:schemeClr val="bg1">
              <a:alpha val="0"/>
            </a:schemeClr>
          </a:solidFill>
        </p:spPr>
      </p:pic>
      <p:pic>
        <p:nvPicPr>
          <p:cNvPr id="292" name="Picture 291" descr="A plant with leaves on it&#10;&#10;AI-generated content may be incorrect.">
            <a:extLst>
              <a:ext uri="{FF2B5EF4-FFF2-40B4-BE49-F238E27FC236}">
                <a16:creationId xmlns:a16="http://schemas.microsoft.com/office/drawing/2014/main" id="{AB6353D0-5270-1957-08B1-8B864DA3A5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2089" y="3510458"/>
            <a:ext cx="663068" cy="994603"/>
          </a:xfrm>
          <a:prstGeom prst="rect">
            <a:avLst/>
          </a:prstGeom>
        </p:spPr>
      </p:pic>
      <p:pic>
        <p:nvPicPr>
          <p:cNvPr id="293" name="Picture 292" descr="A plant with leaves on it&#10;&#10;AI-generated content may be incorrect.">
            <a:extLst>
              <a:ext uri="{FF2B5EF4-FFF2-40B4-BE49-F238E27FC236}">
                <a16:creationId xmlns:a16="http://schemas.microsoft.com/office/drawing/2014/main" id="{7EBAC7BC-3CE4-BF07-DAB1-004C03D2F7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759" y="3508181"/>
            <a:ext cx="663068" cy="994603"/>
          </a:xfrm>
          <a:prstGeom prst="rect">
            <a:avLst/>
          </a:prstGeom>
        </p:spPr>
      </p:pic>
      <p:pic>
        <p:nvPicPr>
          <p:cNvPr id="294" name="Picture 293" descr="A plant with leaves on it&#10;&#10;AI-generated content may be incorrect.">
            <a:extLst>
              <a:ext uri="{FF2B5EF4-FFF2-40B4-BE49-F238E27FC236}">
                <a16:creationId xmlns:a16="http://schemas.microsoft.com/office/drawing/2014/main" id="{F48C422F-9EB0-B3CB-809F-7F66399AC7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834" y="3510457"/>
            <a:ext cx="663068" cy="994603"/>
          </a:xfrm>
          <a:prstGeom prst="rect">
            <a:avLst/>
          </a:prstGeom>
        </p:spPr>
      </p:pic>
      <p:pic>
        <p:nvPicPr>
          <p:cNvPr id="295" name="Picture 294" descr="A plant with leaves on it&#10;&#10;AI-generated content may be incorrect.">
            <a:extLst>
              <a:ext uri="{FF2B5EF4-FFF2-40B4-BE49-F238E27FC236}">
                <a16:creationId xmlns:a16="http://schemas.microsoft.com/office/drawing/2014/main" id="{2BF1F876-2E8B-242E-C412-C1E316AB0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38" b="89974" l="9961" r="89941">
                        <a14:foregroundMark x1="50293" y1="9440" x2="53418" y2="8138"/>
                        <a14:backgroundMark x1="50293" y1="86003" x2="50293" y2="8600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4345" y="3510458"/>
            <a:ext cx="663068" cy="994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5781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3604</TotalTime>
  <Words>129</Words>
  <Application>Microsoft Office PowerPoint</Application>
  <PresentationFormat>Custom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Zachary Randell</dc:creator>
  <cp:lastModifiedBy>Zachary Randell</cp:lastModifiedBy>
  <cp:revision>14</cp:revision>
  <dcterms:created xsi:type="dcterms:W3CDTF">2026-06-02T15:16:13Z</dcterms:created>
  <dcterms:modified xsi:type="dcterms:W3CDTF">2026-07-08T21:58:18Z</dcterms:modified>
</cp:coreProperties>
</file>