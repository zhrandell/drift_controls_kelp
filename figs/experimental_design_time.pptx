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FA3"/>
    <a:srgbClr val="7C496A"/>
    <a:srgbClr val="999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5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3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ary Randell" userId="4632875424_tp_dropbox_plus" providerId="OAuth2" clId="{94F170DD-8542-47A7-905C-5CC9F103855A}"/>
    <pc:docChg chg="delSld modSld">
      <pc:chgData name="Zachary Randell" userId="4632875424_tp_dropbox_plus" providerId="OAuth2" clId="{94F170DD-8542-47A7-905C-5CC9F103855A}" dt="2026-06-05T20:50:55.081" v="10" actId="47"/>
      <pc:docMkLst>
        <pc:docMk/>
      </pc:docMkLst>
      <pc:sldChg chg="del">
        <pc:chgData name="Zachary Randell" userId="4632875424_tp_dropbox_plus" providerId="OAuth2" clId="{94F170DD-8542-47A7-905C-5CC9F103855A}" dt="2026-06-05T20:50:55.081" v="10" actId="47"/>
        <pc:sldMkLst>
          <pc:docMk/>
          <pc:sldMk cId="1105578165" sldId="256"/>
        </pc:sldMkLst>
      </pc:sldChg>
      <pc:sldChg chg="modSp mod">
        <pc:chgData name="Zachary Randell" userId="4632875424_tp_dropbox_plus" providerId="OAuth2" clId="{94F170DD-8542-47A7-905C-5CC9F103855A}" dt="2026-06-05T20:47:39.495" v="9" actId="1076"/>
        <pc:sldMkLst>
          <pc:docMk/>
          <pc:sldMk cId="2849075591" sldId="257"/>
        </pc:sldMkLst>
        <pc:spChg chg="mod">
          <ac:chgData name="Zachary Randell" userId="4632875424_tp_dropbox_plus" providerId="OAuth2" clId="{94F170DD-8542-47A7-905C-5CC9F103855A}" dt="2026-06-05T20:47:27.109" v="8" actId="1076"/>
          <ac:spMkLst>
            <pc:docMk/>
            <pc:sldMk cId="2849075591" sldId="257"/>
            <ac:spMk id="92" creationId="{CDE78603-3D13-B381-ACE1-1D7119B2B07D}"/>
          </ac:spMkLst>
        </pc:spChg>
        <pc:spChg chg="mod">
          <ac:chgData name="Zachary Randell" userId="4632875424_tp_dropbox_plus" providerId="OAuth2" clId="{94F170DD-8542-47A7-905C-5CC9F103855A}" dt="2026-06-05T20:47:39.495" v="9" actId="1076"/>
          <ac:spMkLst>
            <pc:docMk/>
            <pc:sldMk cId="2849075591" sldId="257"/>
            <ac:spMk id="140" creationId="{7922CB01-1945-35AA-F19E-3AAA3C826C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5B7E5-F99F-471B-B3DE-57965D1045F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30E6D-7FE3-462C-B750-98356D50D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5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30E6D-7FE3-462C-B750-98356D50DC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04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A047-71D4-CF28-2BF4-2B508E57D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D9E69-8B4A-8ACD-A6ED-91FD6C01D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0B8ED-EB30-0F50-9DEB-82F2F14C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C88D-A9DA-0A8E-A1C3-38EFE107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C637B-C6FC-BAC2-E34B-51D422BF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5329-E8C4-BF5F-FEC6-1D2239AE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FE93-69E7-46DE-81D2-74A0ABB55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68233-0D3E-0C02-FCBE-2EF963D5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EB4E-010A-FC0E-E9E4-A8EB66D6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A6A-3EE6-A2ED-721A-2384B097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4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BE9E-6DDC-91F5-E15E-CF82C010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35131-4F76-6D11-CCA3-CBF991CED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130A-0106-266D-D59E-CF76BF73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9F7F3-C99F-7A8A-FB05-48927CD34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83546-5693-1C66-F349-229B6197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7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BB15-BB56-AC97-8C0D-697B07A1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DA6FE-1E0A-38DC-4EAD-96A264AF2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19CAE-0FE8-6F29-7DE5-26D3CDE76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4816A-6687-FF7F-0BF2-53DB6CD4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2FE9B-263D-04FD-6247-24A032BB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B029A-3C4B-4CE8-1222-7BAE915D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1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965B-663F-E2DC-C7C4-9DA2B81B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62A1E-ADEC-09BC-B2A2-FB48CF64E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C07BB-0C61-6A52-EFCE-C45301D3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16D0D-C6D5-A2F4-5A37-9EFA2DA1D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0D8408-F737-CBD7-1FB3-6FF452DE7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696C5-2F89-69F2-91A5-8DB1FF69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D586D-42A2-3433-76D3-23FCA2DF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C1011-920B-8C71-7444-071D0B93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2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2139-7806-7700-1375-9229A354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AC294-3430-80EE-E2D8-AA793C68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C1F83-0F6D-BEAA-6D9F-837E14F4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9809A-48FA-1A70-84BD-57911304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1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C398B-7C09-12C7-6B1F-AA6FA031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EAAAF-8340-2ABB-F953-68AB662D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F75EC-3AD7-5EB0-9CD3-382A4998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8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5BF1-7636-9724-F699-A23E1CE4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D4C17-B416-055E-3618-436A8E1A1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2AD26-6138-F98C-781C-5D51BFD6D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7B90E-852C-74CE-BE16-46914A38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7BDE-C941-0DDE-E25B-B7EFBBCB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B22A6-D237-D3C5-5D45-B488E4A0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6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71730-AC49-ED7A-D5C5-FE61C9965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57CDA-41F5-B48A-06D1-43B6B47F0B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D4881-9B79-BE8D-57A8-9011F6D32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8E0C3-2419-2577-832A-919354A9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DD0C-587E-04B1-2443-8B155C9E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601CD-E65E-0B78-F73C-11FC2DBE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6C7A-3D67-7132-DFFC-7DBD6C8D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48149-D5F9-C74E-7F5E-F9FD551BE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84D81-AB26-511B-151D-C37DC310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99E7B-BDF6-DA67-73A2-1C63BCDC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ECABD-CBD4-394E-F011-C75B45B7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8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8DAD5-A320-6D6A-3210-9358C9D55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93F8D-DDBF-A3A2-9195-39841FC03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6EA53-6931-0E6C-5424-4E44A31C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AB108-18E1-04E5-3E42-FE8B3BAD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764B6-B88A-0DE0-60E7-0F7BE1FE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6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09356-AC00-2248-FAD8-139CDAB0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43D1F-96B9-3F1E-A247-D3CBD0863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CB3C1-3133-6926-CEB1-E4B9E5F2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944B8-7A9A-4030-BC91-8FDE173981C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63FE-BB49-AC04-787E-E63D968BB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4F7C2-9C48-C204-32EB-E2BA55657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8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7">
            <a:extLst>
              <a:ext uri="{FF2B5EF4-FFF2-40B4-BE49-F238E27FC236}">
                <a16:creationId xmlns:a16="http://schemas.microsoft.com/office/drawing/2014/main" id="{E91C133B-30A1-21CB-283B-5EEAD131B84A}"/>
              </a:ext>
            </a:extLst>
          </p:cNvPr>
          <p:cNvSpPr txBox="1"/>
          <p:nvPr/>
        </p:nvSpPr>
        <p:spPr>
          <a:xfrm>
            <a:off x="103156" y="126607"/>
            <a:ext cx="7594582" cy="46166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ea typeface="Gadugi" panose="020B0502040204020203" pitchFamily="34" charset="0"/>
              </a:rPr>
              <a:t>Experimental stocking, sampling, and restocking across time 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159D862-87EC-B815-7BE8-9A3D5E446BAA}"/>
              </a:ext>
            </a:extLst>
          </p:cNvPr>
          <p:cNvGrpSpPr/>
          <p:nvPr/>
        </p:nvGrpSpPr>
        <p:grpSpPr>
          <a:xfrm>
            <a:off x="2376371" y="4124956"/>
            <a:ext cx="1055989" cy="196898"/>
            <a:chOff x="2089708" y="3816965"/>
            <a:chExt cx="1055989" cy="196898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0BEA8A-8E1F-DA66-5423-A4250BED5B59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08" y="3913926"/>
              <a:ext cx="105598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5EB487B-A0C8-8491-4473-3946E9920622}"/>
                </a:ext>
              </a:extLst>
            </p:cNvPr>
            <p:cNvCxnSpPr/>
            <p:nvPr/>
          </p:nvCxnSpPr>
          <p:spPr>
            <a:xfrm>
              <a:off x="3145697" y="3816965"/>
              <a:ext cx="0" cy="196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9C99CAB-F2DE-805B-C7DC-15CC33C8ED80}"/>
              </a:ext>
            </a:extLst>
          </p:cNvPr>
          <p:cNvGrpSpPr/>
          <p:nvPr/>
        </p:nvGrpSpPr>
        <p:grpSpPr>
          <a:xfrm>
            <a:off x="3530961" y="4134927"/>
            <a:ext cx="1055989" cy="196898"/>
            <a:chOff x="2089708" y="3816965"/>
            <a:chExt cx="1055989" cy="196898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3214EBC-B52F-1775-202A-E5001E213793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08" y="3913926"/>
              <a:ext cx="105598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55821A9-8CF4-ED7F-AC17-E1425DCAFBC5}"/>
                </a:ext>
              </a:extLst>
            </p:cNvPr>
            <p:cNvCxnSpPr/>
            <p:nvPr/>
          </p:nvCxnSpPr>
          <p:spPr>
            <a:xfrm>
              <a:off x="3145697" y="3816965"/>
              <a:ext cx="0" cy="196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6409CEB-AF1D-6263-18D5-C09AC207CBC4}"/>
              </a:ext>
            </a:extLst>
          </p:cNvPr>
          <p:cNvGrpSpPr/>
          <p:nvPr/>
        </p:nvGrpSpPr>
        <p:grpSpPr>
          <a:xfrm>
            <a:off x="2376371" y="4404583"/>
            <a:ext cx="2210579" cy="206869"/>
            <a:chOff x="1901277" y="3836997"/>
            <a:chExt cx="2210579" cy="206869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238BD50-9597-1FEB-37B1-7AA3FF3EBFCF}"/>
                </a:ext>
              </a:extLst>
            </p:cNvPr>
            <p:cNvGrpSpPr/>
            <p:nvPr/>
          </p:nvGrpSpPr>
          <p:grpSpPr>
            <a:xfrm>
              <a:off x="1901277" y="3836997"/>
              <a:ext cx="1055989" cy="196898"/>
              <a:chOff x="2089708" y="3816965"/>
              <a:chExt cx="1055989" cy="196898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84039872-086A-A54F-07A1-FAEB683D7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9708" y="3913926"/>
                <a:ext cx="10559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BEF215D-148A-D133-2C7F-AC9964014A46}"/>
                  </a:ext>
                </a:extLst>
              </p:cNvPr>
              <p:cNvCxnSpPr/>
              <p:nvPr/>
            </p:nvCxnSpPr>
            <p:spPr>
              <a:xfrm>
                <a:off x="3145697" y="3816965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2641C266-2597-C43D-692A-4EDC3760FE13}"/>
                </a:ext>
              </a:extLst>
            </p:cNvPr>
            <p:cNvGrpSpPr/>
            <p:nvPr/>
          </p:nvGrpSpPr>
          <p:grpSpPr>
            <a:xfrm>
              <a:off x="3055867" y="3846968"/>
              <a:ext cx="1055989" cy="196898"/>
              <a:chOff x="2089708" y="3816965"/>
              <a:chExt cx="1055989" cy="196898"/>
            </a:xfrm>
          </p:grpSpPr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B4C68FBD-9B26-C421-83DB-8BB2B8C30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9708" y="3913926"/>
                <a:ext cx="10559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439D466-F613-5EC5-B7DD-BC1E2FD177F1}"/>
                  </a:ext>
                </a:extLst>
              </p:cNvPr>
              <p:cNvCxnSpPr/>
              <p:nvPr/>
            </p:nvCxnSpPr>
            <p:spPr>
              <a:xfrm>
                <a:off x="3145697" y="3816965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FA69BF0-E4D7-09F0-2910-5686BA16B19E}"/>
              </a:ext>
            </a:extLst>
          </p:cNvPr>
          <p:cNvGrpSpPr/>
          <p:nvPr/>
        </p:nvGrpSpPr>
        <p:grpSpPr>
          <a:xfrm>
            <a:off x="2376371" y="4685036"/>
            <a:ext cx="2210579" cy="206869"/>
            <a:chOff x="1901276" y="4111019"/>
            <a:chExt cx="2210579" cy="206869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B78D4A4-057D-921B-8E2C-9A33BB0B16C1}"/>
                </a:ext>
              </a:extLst>
            </p:cNvPr>
            <p:cNvGrpSpPr/>
            <p:nvPr/>
          </p:nvGrpSpPr>
          <p:grpSpPr>
            <a:xfrm>
              <a:off x="1901276" y="4111019"/>
              <a:ext cx="1055989" cy="196898"/>
              <a:chOff x="2089708" y="3816965"/>
              <a:chExt cx="1055989" cy="196898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2000AE13-357E-826E-FF34-DA9FFEAAE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9708" y="3913926"/>
                <a:ext cx="10559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6F62F4B-0038-085C-C149-659F9777A087}"/>
                  </a:ext>
                </a:extLst>
              </p:cNvPr>
              <p:cNvCxnSpPr/>
              <p:nvPr/>
            </p:nvCxnSpPr>
            <p:spPr>
              <a:xfrm>
                <a:off x="3145697" y="3816965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AC7B353-EBEB-B270-BD34-9C117530FF15}"/>
                </a:ext>
              </a:extLst>
            </p:cNvPr>
            <p:cNvGrpSpPr/>
            <p:nvPr/>
          </p:nvGrpSpPr>
          <p:grpSpPr>
            <a:xfrm>
              <a:off x="3055866" y="4120990"/>
              <a:ext cx="1055989" cy="196898"/>
              <a:chOff x="2089708" y="3816965"/>
              <a:chExt cx="1055989" cy="196898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072DEC63-F028-D236-E04A-81E0A38A78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9708" y="3913926"/>
                <a:ext cx="10559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694809A8-8557-8410-4B91-AC4B2DC89E12}"/>
                  </a:ext>
                </a:extLst>
              </p:cNvPr>
              <p:cNvCxnSpPr/>
              <p:nvPr/>
            </p:nvCxnSpPr>
            <p:spPr>
              <a:xfrm>
                <a:off x="3145697" y="3816965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0B94759-E10F-1715-8180-89FAFCCD030D}"/>
              </a:ext>
            </a:extLst>
          </p:cNvPr>
          <p:cNvGrpSpPr/>
          <p:nvPr/>
        </p:nvGrpSpPr>
        <p:grpSpPr>
          <a:xfrm>
            <a:off x="2376371" y="4975834"/>
            <a:ext cx="2210579" cy="206869"/>
            <a:chOff x="1901276" y="4398401"/>
            <a:chExt cx="2210579" cy="206869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F91CA800-A57E-ECC2-016A-93AFBE4CEA68}"/>
                </a:ext>
              </a:extLst>
            </p:cNvPr>
            <p:cNvGrpSpPr/>
            <p:nvPr/>
          </p:nvGrpSpPr>
          <p:grpSpPr>
            <a:xfrm>
              <a:off x="1901276" y="4398401"/>
              <a:ext cx="1055989" cy="196898"/>
              <a:chOff x="2089708" y="3816965"/>
              <a:chExt cx="1055989" cy="196898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E47BDCB2-DBA0-4508-2B75-BC261064A8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9708" y="3913926"/>
                <a:ext cx="10559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4EDC939-814A-721D-0D86-B747CC5D26B2}"/>
                  </a:ext>
                </a:extLst>
              </p:cNvPr>
              <p:cNvCxnSpPr/>
              <p:nvPr/>
            </p:nvCxnSpPr>
            <p:spPr>
              <a:xfrm>
                <a:off x="3145697" y="3816965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0EEE7BBC-996A-B2F7-5446-C1740DA6C71C}"/>
                </a:ext>
              </a:extLst>
            </p:cNvPr>
            <p:cNvGrpSpPr/>
            <p:nvPr/>
          </p:nvGrpSpPr>
          <p:grpSpPr>
            <a:xfrm>
              <a:off x="3055866" y="4408372"/>
              <a:ext cx="1055989" cy="196898"/>
              <a:chOff x="2089708" y="3816965"/>
              <a:chExt cx="1055989" cy="196898"/>
            </a:xfrm>
          </p:grpSpPr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CAF2238B-F474-E137-D4C0-61465BBD7C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9708" y="3913926"/>
                <a:ext cx="105598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8B79AC6B-B4AD-A535-2083-973B60C863A9}"/>
                  </a:ext>
                </a:extLst>
              </p:cNvPr>
              <p:cNvCxnSpPr/>
              <p:nvPr/>
            </p:nvCxnSpPr>
            <p:spPr>
              <a:xfrm>
                <a:off x="3145697" y="3816965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7922CB01-1945-35AA-F19E-3AAA3C826CFB}"/>
              </a:ext>
            </a:extLst>
          </p:cNvPr>
          <p:cNvSpPr txBox="1"/>
          <p:nvPr/>
        </p:nvSpPr>
        <p:spPr>
          <a:xfrm>
            <a:off x="258697" y="3831026"/>
            <a:ext cx="1818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ea typeface="Gadugi" panose="020B0502040204020203" pitchFamily="34" charset="0"/>
              </a:rPr>
              <a:t>Sequence 2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Trials 5—8 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8942D240-E2AF-9D8C-FC17-444B8D241A54}"/>
              </a:ext>
            </a:extLst>
          </p:cNvPr>
          <p:cNvSpPr>
            <a:spLocks noChangeAspect="1"/>
          </p:cNvSpPr>
          <p:nvPr/>
        </p:nvSpPr>
        <p:spPr>
          <a:xfrm>
            <a:off x="2149296" y="5317628"/>
            <a:ext cx="544903" cy="526621"/>
          </a:xfrm>
          <a:prstGeom prst="ellipse">
            <a:avLst/>
          </a:prstGeom>
          <a:noFill/>
          <a:ln w="38100">
            <a:solidFill>
              <a:srgbClr val="198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C19FC45-9CFF-A7FC-A4EF-37FB2A3031B0}"/>
              </a:ext>
            </a:extLst>
          </p:cNvPr>
          <p:cNvGrpSpPr/>
          <p:nvPr/>
        </p:nvGrpSpPr>
        <p:grpSpPr>
          <a:xfrm>
            <a:off x="3127887" y="5310228"/>
            <a:ext cx="700197" cy="607594"/>
            <a:chOff x="2817584" y="2959188"/>
            <a:chExt cx="700197" cy="607594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3DC199A0-168A-7EAE-47FD-FF7A29C57D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0323" y="2959188"/>
              <a:ext cx="544903" cy="526621"/>
            </a:xfrm>
            <a:prstGeom prst="ellipse">
              <a:avLst/>
            </a:prstGeom>
            <a:noFill/>
            <a:ln w="38100">
              <a:solidFill>
                <a:srgbClr val="198F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4" name="Arrow: Right 153">
              <a:extLst>
                <a:ext uri="{FF2B5EF4-FFF2-40B4-BE49-F238E27FC236}">
                  <a16:creationId xmlns:a16="http://schemas.microsoft.com/office/drawing/2014/main" id="{CCF40FE6-EB8D-0E6A-43DE-EC3BD2A66285}"/>
                </a:ext>
              </a:extLst>
            </p:cNvPr>
            <p:cNvSpPr/>
            <p:nvPr/>
          </p:nvSpPr>
          <p:spPr>
            <a:xfrm rot="17255756">
              <a:off x="2830261" y="3076591"/>
              <a:ext cx="142644" cy="167997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5" name="Arrow: Right 154">
              <a:extLst>
                <a:ext uri="{FF2B5EF4-FFF2-40B4-BE49-F238E27FC236}">
                  <a16:creationId xmlns:a16="http://schemas.microsoft.com/office/drawing/2014/main" id="{639B6B91-17D5-4739-C5CA-928CE3FCAD48}"/>
                </a:ext>
              </a:extLst>
            </p:cNvPr>
            <p:cNvSpPr/>
            <p:nvPr/>
          </p:nvSpPr>
          <p:spPr>
            <a:xfrm rot="5400000">
              <a:off x="3362461" y="3090064"/>
              <a:ext cx="142644" cy="167997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6" name="Arrow: Right 155">
              <a:extLst>
                <a:ext uri="{FF2B5EF4-FFF2-40B4-BE49-F238E27FC236}">
                  <a16:creationId xmlns:a16="http://schemas.microsoft.com/office/drawing/2014/main" id="{9A7C78AE-8788-FC92-00DA-1F0498D85098}"/>
                </a:ext>
              </a:extLst>
            </p:cNvPr>
            <p:cNvSpPr/>
            <p:nvPr/>
          </p:nvSpPr>
          <p:spPr>
            <a:xfrm rot="11112171">
              <a:off x="3094028" y="3398785"/>
              <a:ext cx="142644" cy="167997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E52FF83-AD58-BAE0-1C33-10976D596311}"/>
              </a:ext>
            </a:extLst>
          </p:cNvPr>
          <p:cNvGrpSpPr/>
          <p:nvPr/>
        </p:nvGrpSpPr>
        <p:grpSpPr>
          <a:xfrm>
            <a:off x="4211840" y="5312106"/>
            <a:ext cx="879252" cy="624153"/>
            <a:chOff x="7380159" y="2994967"/>
            <a:chExt cx="879252" cy="624153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13B9DC66-AD18-CCCA-A0DD-FBE6FBD2CF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52898" y="2994967"/>
              <a:ext cx="544903" cy="526621"/>
            </a:xfrm>
            <a:prstGeom prst="ellipse">
              <a:avLst/>
            </a:prstGeom>
            <a:noFill/>
            <a:ln w="38100">
              <a:solidFill>
                <a:srgbClr val="198F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0" name="Arrow: Right 159">
              <a:extLst>
                <a:ext uri="{FF2B5EF4-FFF2-40B4-BE49-F238E27FC236}">
                  <a16:creationId xmlns:a16="http://schemas.microsoft.com/office/drawing/2014/main" id="{753DCC75-46CA-B5B3-20F9-119EDA0BC3F7}"/>
                </a:ext>
              </a:extLst>
            </p:cNvPr>
            <p:cNvSpPr/>
            <p:nvPr/>
          </p:nvSpPr>
          <p:spPr>
            <a:xfrm rot="17255756">
              <a:off x="7392836" y="3112370"/>
              <a:ext cx="142644" cy="167997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EDF052A1-9EE4-6091-84CE-D0FCA66D3FA1}"/>
                </a:ext>
              </a:extLst>
            </p:cNvPr>
            <p:cNvSpPr txBox="1"/>
            <p:nvPr/>
          </p:nvSpPr>
          <p:spPr>
            <a:xfrm rot="5400000">
              <a:off x="7725349" y="3085059"/>
              <a:ext cx="544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b="1" i="0" u="none" strike="noStrike" dirty="0">
                  <a:effectLst/>
                  <a:latin typeface="+mj-lt"/>
                </a:rPr>
                <a:t>X</a:t>
              </a:r>
              <a:r>
                <a:rPr lang="en-US" sz="2000" b="0" i="0" dirty="0">
                  <a:effectLst/>
                  <a:latin typeface="Arial" panose="020B0604020202020204" pitchFamily="34" charset="0"/>
                </a:rPr>
                <a:t> 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4C0E9E6C-65FE-AAAA-D267-0E80093EFAA8}"/>
              </a:ext>
            </a:extLst>
          </p:cNvPr>
          <p:cNvSpPr txBox="1"/>
          <p:nvPr/>
        </p:nvSpPr>
        <p:spPr>
          <a:xfrm>
            <a:off x="1869743" y="5939869"/>
            <a:ext cx="1419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+mj-lt"/>
                <a:ea typeface="Gadugi" panose="020B0502040204020203" pitchFamily="34" charset="0"/>
              </a:rPr>
              <a:t>Start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Stock cages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3594748-F0A7-F194-6AD8-E692CFF9386F}"/>
              </a:ext>
            </a:extLst>
          </p:cNvPr>
          <p:cNvSpPr txBox="1"/>
          <p:nvPr/>
        </p:nvSpPr>
        <p:spPr>
          <a:xfrm>
            <a:off x="2840335" y="5993961"/>
            <a:ext cx="2317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1</a:t>
            </a:r>
            <a:r>
              <a:rPr lang="en-US" sz="1400" baseline="30000" dirty="0">
                <a:latin typeface="+mj-lt"/>
                <a:ea typeface="Gadugi" panose="020B0502040204020203" pitchFamily="34" charset="0"/>
              </a:rPr>
              <a:t>st</a:t>
            </a:r>
            <a:r>
              <a:rPr lang="en-US" sz="1400" dirty="0">
                <a:latin typeface="+mj-lt"/>
                <a:ea typeface="Gadugi" panose="020B0502040204020203" pitchFamily="34" charset="0"/>
              </a:rPr>
              <a:t> data point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Restock cages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8C7157C-77C9-8E7A-32CF-AFA0461251D3}"/>
              </a:ext>
            </a:extLst>
          </p:cNvPr>
          <p:cNvSpPr txBox="1"/>
          <p:nvPr/>
        </p:nvSpPr>
        <p:spPr>
          <a:xfrm>
            <a:off x="4074713" y="5973030"/>
            <a:ext cx="119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2</a:t>
            </a:r>
            <a:r>
              <a:rPr lang="en-US" sz="1400" baseline="30000" dirty="0">
                <a:latin typeface="+mj-lt"/>
                <a:ea typeface="Gadugi" panose="020B0502040204020203" pitchFamily="34" charset="0"/>
              </a:rPr>
              <a:t>nd</a:t>
            </a:r>
            <a:r>
              <a:rPr lang="en-US" sz="1400" dirty="0">
                <a:latin typeface="+mj-lt"/>
                <a:ea typeface="Gadugi" panose="020B0502040204020203" pitchFamily="34" charset="0"/>
              </a:rPr>
              <a:t> datapoint</a:t>
            </a:r>
          </a:p>
          <a:p>
            <a:r>
              <a:rPr lang="en-US" dirty="0">
                <a:solidFill>
                  <a:srgbClr val="FF0000"/>
                </a:solidFill>
                <a:ea typeface="Gadugi" panose="020B0502040204020203" pitchFamily="34" charset="0"/>
              </a:rPr>
              <a:t>Stop</a:t>
            </a:r>
            <a:endParaRPr lang="en-US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524D627-7392-87F4-0C8C-959CF96221C6}"/>
              </a:ext>
            </a:extLst>
          </p:cNvPr>
          <p:cNvSpPr txBox="1"/>
          <p:nvPr/>
        </p:nvSpPr>
        <p:spPr>
          <a:xfrm>
            <a:off x="2121430" y="3860128"/>
            <a:ext cx="951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0 hours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998F2F5-3AAE-B55E-3701-BFE1F3D6C745}"/>
              </a:ext>
            </a:extLst>
          </p:cNvPr>
          <p:cNvSpPr txBox="1"/>
          <p:nvPr/>
        </p:nvSpPr>
        <p:spPr>
          <a:xfrm>
            <a:off x="3085815" y="3851072"/>
            <a:ext cx="951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24 hours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6980276-DC50-5A65-D7F2-595FEBD3EA41}"/>
              </a:ext>
            </a:extLst>
          </p:cNvPr>
          <p:cNvSpPr txBox="1"/>
          <p:nvPr/>
        </p:nvSpPr>
        <p:spPr>
          <a:xfrm>
            <a:off x="4243179" y="3852226"/>
            <a:ext cx="951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48 hours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8C89B93-8867-0EF3-51A5-69464A21CE39}"/>
              </a:ext>
            </a:extLst>
          </p:cNvPr>
          <p:cNvGrpSpPr/>
          <p:nvPr/>
        </p:nvGrpSpPr>
        <p:grpSpPr>
          <a:xfrm>
            <a:off x="6072889" y="4373985"/>
            <a:ext cx="5997761" cy="2191350"/>
            <a:chOff x="6070625" y="4208009"/>
            <a:chExt cx="5997761" cy="2191350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57229D9F-AC75-8443-66F7-CFDA014CC715}"/>
                </a:ext>
              </a:extLst>
            </p:cNvPr>
            <p:cNvSpPr/>
            <p:nvPr/>
          </p:nvSpPr>
          <p:spPr>
            <a:xfrm>
              <a:off x="7777437" y="4919168"/>
              <a:ext cx="1390321" cy="1385053"/>
            </a:xfrm>
            <a:prstGeom prst="ellipse">
              <a:avLst/>
            </a:prstGeom>
            <a:noFill/>
            <a:ln w="38100">
              <a:solidFill>
                <a:srgbClr val="198F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51B9749-3E67-800F-48E0-38D480210942}"/>
                </a:ext>
              </a:extLst>
            </p:cNvPr>
            <p:cNvSpPr txBox="1"/>
            <p:nvPr/>
          </p:nvSpPr>
          <p:spPr>
            <a:xfrm>
              <a:off x="6070625" y="5647839"/>
              <a:ext cx="11746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1. </a:t>
              </a:r>
              <a:r>
                <a:rPr lang="en-US" sz="1400" dirty="0">
                  <a:latin typeface="+mj-lt"/>
                </a:rPr>
                <a:t>Retrieve all resources</a:t>
              </a:r>
            </a:p>
          </p:txBody>
        </p:sp>
        <p:pic>
          <p:nvPicPr>
            <p:cNvPr id="171" name="Picture 170" descr="A person wearing a hat&#10;&#10;Description automatically generated">
              <a:extLst>
                <a:ext uri="{FF2B5EF4-FFF2-40B4-BE49-F238E27FC236}">
                  <a16:creationId xmlns:a16="http://schemas.microsoft.com/office/drawing/2014/main" id="{351EBC78-D79F-E8D3-335B-2283E7A6D3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8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62" r="13432"/>
            <a:stretch/>
          </p:blipFill>
          <p:spPr>
            <a:xfrm rot="5400000">
              <a:off x="8042029" y="4238086"/>
              <a:ext cx="811210" cy="876593"/>
            </a:xfrm>
            <a:prstGeom prst="rect">
              <a:avLst/>
            </a:prstGeom>
          </p:spPr>
        </p:pic>
        <p:pic>
          <p:nvPicPr>
            <p:cNvPr id="172" name="Picture 171" descr="A picture containing fish, window, sitting, beach&#10;&#10;Description automatically generated">
              <a:extLst>
                <a:ext uri="{FF2B5EF4-FFF2-40B4-BE49-F238E27FC236}">
                  <a16:creationId xmlns:a16="http://schemas.microsoft.com/office/drawing/2014/main" id="{AC7A8F1F-75AA-05FD-2918-D5B9102F4C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8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41" t="27376" r="18263" b="18657"/>
            <a:stretch/>
          </p:blipFill>
          <p:spPr>
            <a:xfrm>
              <a:off x="8920596" y="5634966"/>
              <a:ext cx="1098648" cy="628143"/>
            </a:xfrm>
            <a:prstGeom prst="rect">
              <a:avLst/>
            </a:prstGeom>
          </p:spPr>
        </p:pic>
        <p:pic>
          <p:nvPicPr>
            <p:cNvPr id="173" name="Picture 172" descr="A person swimming in the water&#10;&#10;Description automatically generated">
              <a:extLst>
                <a:ext uri="{FF2B5EF4-FFF2-40B4-BE49-F238E27FC236}">
                  <a16:creationId xmlns:a16="http://schemas.microsoft.com/office/drawing/2014/main" id="{9602297B-9890-1291-9C8F-02EB6DCD4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8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50" r="26338"/>
            <a:stretch/>
          </p:blipFill>
          <p:spPr>
            <a:xfrm>
              <a:off x="7349863" y="5465727"/>
              <a:ext cx="698638" cy="884912"/>
            </a:xfrm>
            <a:prstGeom prst="rect">
              <a:avLst/>
            </a:prstGeom>
          </p:spPr>
        </p:pic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24B5487-9DF4-6D5A-3D9C-62583EB782EB}"/>
                </a:ext>
              </a:extLst>
            </p:cNvPr>
            <p:cNvSpPr txBox="1"/>
            <p:nvPr/>
          </p:nvSpPr>
          <p:spPr>
            <a:xfrm>
              <a:off x="6483080" y="4312850"/>
              <a:ext cx="143315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2. </a:t>
              </a:r>
              <a:r>
                <a:rPr lang="en-US" sz="1400" dirty="0">
                  <a:latin typeface="+mj-lt"/>
                </a:rPr>
                <a:t>Measure consumption, i.e., biomass lost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E43FA61-B25D-05F8-3E1D-C84EC01D92B5}"/>
                </a:ext>
              </a:extLst>
            </p:cNvPr>
            <p:cNvSpPr txBox="1"/>
            <p:nvPr/>
          </p:nvSpPr>
          <p:spPr>
            <a:xfrm>
              <a:off x="9242327" y="4208009"/>
              <a:ext cx="172913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3. </a:t>
              </a:r>
              <a:r>
                <a:rPr lang="en-US" sz="1400" dirty="0">
                  <a:latin typeface="+mj-lt"/>
                </a:rPr>
                <a:t>Bring all resources across all treatments back up to their original biomass 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76AE89C-CA19-0316-8550-FDF40A5A2785}"/>
                </a:ext>
              </a:extLst>
            </p:cNvPr>
            <p:cNvSpPr txBox="1"/>
            <p:nvPr/>
          </p:nvSpPr>
          <p:spPr>
            <a:xfrm>
              <a:off x="10106892" y="5641260"/>
              <a:ext cx="1961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4. </a:t>
              </a:r>
              <a:r>
                <a:rPr lang="en-US" sz="1400" dirty="0">
                  <a:latin typeface="+mj-lt"/>
                </a:rPr>
                <a:t>Restock cages</a:t>
              </a:r>
              <a:endParaRPr lang="en-US" sz="1400" b="1" dirty="0">
                <a:latin typeface="+mj-lt"/>
              </a:endParaRPr>
            </a:p>
          </p:txBody>
        </p: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0C22FA3D-EF00-3820-BAFD-E02381EB0211}"/>
                </a:ext>
              </a:extLst>
            </p:cNvPr>
            <p:cNvSpPr/>
            <p:nvPr/>
          </p:nvSpPr>
          <p:spPr>
            <a:xfrm rot="17971951">
              <a:off x="7771475" y="5125454"/>
              <a:ext cx="235517" cy="232672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8" name="Arrow: Right 177">
              <a:extLst>
                <a:ext uri="{FF2B5EF4-FFF2-40B4-BE49-F238E27FC236}">
                  <a16:creationId xmlns:a16="http://schemas.microsoft.com/office/drawing/2014/main" id="{D5A37988-863B-A7FB-56C9-1909012F63E7}"/>
                </a:ext>
              </a:extLst>
            </p:cNvPr>
            <p:cNvSpPr/>
            <p:nvPr/>
          </p:nvSpPr>
          <p:spPr>
            <a:xfrm rot="3876053">
              <a:off x="8968968" y="5169230"/>
              <a:ext cx="235517" cy="232672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9" name="Arrow: Right 178">
              <a:extLst>
                <a:ext uri="{FF2B5EF4-FFF2-40B4-BE49-F238E27FC236}">
                  <a16:creationId xmlns:a16="http://schemas.microsoft.com/office/drawing/2014/main" id="{93D76120-6DFD-699C-C3F2-B3DA0611E936}"/>
                </a:ext>
              </a:extLst>
            </p:cNvPr>
            <p:cNvSpPr/>
            <p:nvPr/>
          </p:nvSpPr>
          <p:spPr>
            <a:xfrm rot="10459484">
              <a:off x="8522620" y="6163949"/>
              <a:ext cx="235517" cy="235410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84B37B98-A221-73BA-CA61-8102598DD62C}"/>
              </a:ext>
            </a:extLst>
          </p:cNvPr>
          <p:cNvGrpSpPr/>
          <p:nvPr/>
        </p:nvGrpSpPr>
        <p:grpSpPr>
          <a:xfrm>
            <a:off x="180316" y="720402"/>
            <a:ext cx="10855498" cy="2698886"/>
            <a:chOff x="156204" y="563207"/>
            <a:chExt cx="10855498" cy="269888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0E005ED-B64A-0CFB-2980-BFF2F2E6FEFA}"/>
                </a:ext>
              </a:extLst>
            </p:cNvPr>
            <p:cNvGrpSpPr/>
            <p:nvPr/>
          </p:nvGrpSpPr>
          <p:grpSpPr>
            <a:xfrm>
              <a:off x="2391435" y="890006"/>
              <a:ext cx="6758047" cy="197775"/>
              <a:chOff x="930018" y="3338323"/>
              <a:chExt cx="6758047" cy="19777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9224605-C524-B7D7-B707-7E8E20C68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0018" y="3429000"/>
                <a:ext cx="2194378" cy="62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73A5E94-A8F1-DFDE-A660-B6FA30FAA78B}"/>
                  </a:ext>
                </a:extLst>
              </p:cNvPr>
              <p:cNvCxnSpPr/>
              <p:nvPr/>
            </p:nvCxnSpPr>
            <p:spPr>
              <a:xfrm>
                <a:off x="3124396" y="3339200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F8B4148-BA67-7518-D97D-68881C391303}"/>
                  </a:ext>
                </a:extLst>
              </p:cNvPr>
              <p:cNvGrpSpPr/>
              <p:nvPr/>
            </p:nvGrpSpPr>
            <p:grpSpPr>
              <a:xfrm>
                <a:off x="3211755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905F51A3-2420-0AA5-5781-C31D3F3255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8564437F-074C-C513-4B12-E8B944AACE79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45AD4EA-E9BA-8686-B9A4-E92729704C73}"/>
                  </a:ext>
                </a:extLst>
              </p:cNvPr>
              <p:cNvGrpSpPr/>
              <p:nvPr/>
            </p:nvGrpSpPr>
            <p:grpSpPr>
              <a:xfrm>
                <a:off x="5493491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CFC9BD6-EDC4-F9A5-2A6E-5A60DCB96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2514DD95-84FC-1408-7466-C214AFB33838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DCC87D4-95DB-F8FC-1CEA-7E443651CDD0}"/>
                </a:ext>
              </a:extLst>
            </p:cNvPr>
            <p:cNvGrpSpPr/>
            <p:nvPr/>
          </p:nvGrpSpPr>
          <p:grpSpPr>
            <a:xfrm>
              <a:off x="2391631" y="1163701"/>
              <a:ext cx="6758047" cy="197775"/>
              <a:chOff x="930018" y="3338323"/>
              <a:chExt cx="6758047" cy="197775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0B95009-1F9E-4A50-F85E-75388F72C9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0018" y="3429000"/>
                <a:ext cx="2194378" cy="62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598B420-F8E9-60DF-FEEF-6CE93E0002BA}"/>
                  </a:ext>
                </a:extLst>
              </p:cNvPr>
              <p:cNvCxnSpPr/>
              <p:nvPr/>
            </p:nvCxnSpPr>
            <p:spPr>
              <a:xfrm>
                <a:off x="3124396" y="3339200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83181BF-ADF0-BA01-3B0A-A1872BC4EC8E}"/>
                  </a:ext>
                </a:extLst>
              </p:cNvPr>
              <p:cNvGrpSpPr/>
              <p:nvPr/>
            </p:nvGrpSpPr>
            <p:grpSpPr>
              <a:xfrm>
                <a:off x="3211755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CA5E082-FEF2-2315-26BF-FC9DB65D0A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65F85AB-4A09-E3E7-7494-07B34CACD167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75CDAEF-FD56-50DB-7217-84C9151D873D}"/>
                  </a:ext>
                </a:extLst>
              </p:cNvPr>
              <p:cNvGrpSpPr/>
              <p:nvPr/>
            </p:nvGrpSpPr>
            <p:grpSpPr>
              <a:xfrm>
                <a:off x="5493491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C8779DE-7292-11C0-0EC1-E06559BA57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C0D54C2-4357-F102-2D29-CC8F3666B359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6B05D70-228C-6916-F43F-C6A2978ED3A5}"/>
                </a:ext>
              </a:extLst>
            </p:cNvPr>
            <p:cNvGrpSpPr/>
            <p:nvPr/>
          </p:nvGrpSpPr>
          <p:grpSpPr>
            <a:xfrm>
              <a:off x="2391435" y="1442730"/>
              <a:ext cx="6758047" cy="197775"/>
              <a:chOff x="930018" y="3338323"/>
              <a:chExt cx="6758047" cy="197775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E2DF4AC-BAA4-9F64-FF08-6A2DB834CC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0018" y="3429000"/>
                <a:ext cx="2194378" cy="62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96D359C-87C6-9728-D3C9-2341F2D7FC06}"/>
                  </a:ext>
                </a:extLst>
              </p:cNvPr>
              <p:cNvCxnSpPr/>
              <p:nvPr/>
            </p:nvCxnSpPr>
            <p:spPr>
              <a:xfrm>
                <a:off x="3124396" y="3339200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82B6EC5-B230-903F-0248-E040DA4C8387}"/>
                  </a:ext>
                </a:extLst>
              </p:cNvPr>
              <p:cNvGrpSpPr/>
              <p:nvPr/>
            </p:nvGrpSpPr>
            <p:grpSpPr>
              <a:xfrm>
                <a:off x="3211755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77945D12-C591-5700-7A63-9F422C9AF7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84823EA1-6749-5451-911F-5DDC2D776857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D9DDE42-B0C9-6177-ED75-E8B0D7B7D589}"/>
                  </a:ext>
                </a:extLst>
              </p:cNvPr>
              <p:cNvGrpSpPr/>
              <p:nvPr/>
            </p:nvGrpSpPr>
            <p:grpSpPr>
              <a:xfrm>
                <a:off x="5493491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37C88CE-4BB4-76B4-56BD-3D1381C0FE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2136175A-2C4E-76CC-AF31-FD96B2E11B3C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A19A9A1-1C2C-CDE0-0C64-8146B70753C9}"/>
                </a:ext>
              </a:extLst>
            </p:cNvPr>
            <p:cNvGrpSpPr/>
            <p:nvPr/>
          </p:nvGrpSpPr>
          <p:grpSpPr>
            <a:xfrm>
              <a:off x="2391435" y="1722819"/>
              <a:ext cx="6758047" cy="197775"/>
              <a:chOff x="930018" y="3338323"/>
              <a:chExt cx="6758047" cy="197775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8E99E5-A7CC-AA7A-63FD-9A2B046899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0018" y="3429000"/>
                <a:ext cx="2194378" cy="62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411D759-9FBF-317E-9E32-37E076E1243C}"/>
                  </a:ext>
                </a:extLst>
              </p:cNvPr>
              <p:cNvCxnSpPr/>
              <p:nvPr/>
            </p:nvCxnSpPr>
            <p:spPr>
              <a:xfrm>
                <a:off x="3124396" y="3339200"/>
                <a:ext cx="0" cy="1968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7A92B27E-2C81-36A5-2B4E-9D2D4DC137FD}"/>
                  </a:ext>
                </a:extLst>
              </p:cNvPr>
              <p:cNvGrpSpPr/>
              <p:nvPr/>
            </p:nvGrpSpPr>
            <p:grpSpPr>
              <a:xfrm>
                <a:off x="3211755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8683D14-5284-9E5A-53A9-BE88B300C1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F736A9B-B8AA-BEBF-0724-E38EB29160AA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5D95A0A-DF40-C9C2-1E18-0F9D6B58129C}"/>
                  </a:ext>
                </a:extLst>
              </p:cNvPr>
              <p:cNvGrpSpPr/>
              <p:nvPr/>
            </p:nvGrpSpPr>
            <p:grpSpPr>
              <a:xfrm>
                <a:off x="5493491" y="3338323"/>
                <a:ext cx="2194574" cy="196898"/>
                <a:chOff x="3211755" y="3338323"/>
                <a:chExt cx="2194574" cy="196898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73B70EC1-EE7B-6182-83ED-6D8259EAC2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1755" y="3429000"/>
                  <a:ext cx="2194378" cy="628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395C3506-A14C-E3E0-0511-68BA4C9989A0}"/>
                    </a:ext>
                  </a:extLst>
                </p:cNvPr>
                <p:cNvCxnSpPr/>
                <p:nvPr/>
              </p:nvCxnSpPr>
              <p:spPr>
                <a:xfrm>
                  <a:off x="5406329" y="3338323"/>
                  <a:ext cx="0" cy="1968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5988D2E-BCED-EE8A-3DFE-984DE21B39DF}"/>
                </a:ext>
              </a:extLst>
            </p:cNvPr>
            <p:cNvSpPr txBox="1"/>
            <p:nvPr/>
          </p:nvSpPr>
          <p:spPr>
            <a:xfrm>
              <a:off x="2137056" y="625743"/>
              <a:ext cx="951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0 hours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F3C076-76CD-42B0-2E88-7BBB512D12AD}"/>
                </a:ext>
              </a:extLst>
            </p:cNvPr>
            <p:cNvSpPr txBox="1"/>
            <p:nvPr/>
          </p:nvSpPr>
          <p:spPr>
            <a:xfrm>
              <a:off x="4265991" y="617355"/>
              <a:ext cx="1189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48 hours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8094587-9918-7F21-7F62-79B3382AE11B}"/>
                </a:ext>
              </a:extLst>
            </p:cNvPr>
            <p:cNvGrpSpPr/>
            <p:nvPr/>
          </p:nvGrpSpPr>
          <p:grpSpPr>
            <a:xfrm>
              <a:off x="4246887" y="2029010"/>
              <a:ext cx="700197" cy="607594"/>
              <a:chOff x="2817584" y="2959188"/>
              <a:chExt cx="700197" cy="607594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145BEF5-C155-5CAB-B578-DA56C4CDE4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90323" y="2959188"/>
                <a:ext cx="544903" cy="526621"/>
              </a:xfrm>
              <a:prstGeom prst="ellipse">
                <a:avLst/>
              </a:prstGeom>
              <a:noFill/>
              <a:ln w="38100">
                <a:solidFill>
                  <a:srgbClr val="198F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Arrow: Right 57">
                <a:extLst>
                  <a:ext uri="{FF2B5EF4-FFF2-40B4-BE49-F238E27FC236}">
                    <a16:creationId xmlns:a16="http://schemas.microsoft.com/office/drawing/2014/main" id="{482EE87C-5214-779E-8173-974CE82A394E}"/>
                  </a:ext>
                </a:extLst>
              </p:cNvPr>
              <p:cNvSpPr/>
              <p:nvPr/>
            </p:nvSpPr>
            <p:spPr>
              <a:xfrm rot="17255756">
                <a:off x="2830261" y="3076591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Arrow: Right 58">
                <a:extLst>
                  <a:ext uri="{FF2B5EF4-FFF2-40B4-BE49-F238E27FC236}">
                    <a16:creationId xmlns:a16="http://schemas.microsoft.com/office/drawing/2014/main" id="{DAFDA21A-26D8-E30F-B443-6F06602468B8}"/>
                  </a:ext>
                </a:extLst>
              </p:cNvPr>
              <p:cNvSpPr/>
              <p:nvPr/>
            </p:nvSpPr>
            <p:spPr>
              <a:xfrm rot="5400000">
                <a:off x="3362461" y="3090064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Arrow: Right 59">
                <a:extLst>
                  <a:ext uri="{FF2B5EF4-FFF2-40B4-BE49-F238E27FC236}">
                    <a16:creationId xmlns:a16="http://schemas.microsoft.com/office/drawing/2014/main" id="{271A9938-21E1-E49A-C9D2-397F0E19A105}"/>
                  </a:ext>
                </a:extLst>
              </p:cNvPr>
              <p:cNvSpPr/>
              <p:nvPr/>
            </p:nvSpPr>
            <p:spPr>
              <a:xfrm rot="11112171">
                <a:off x="3094028" y="3398785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8E167C0-94D7-5A98-3055-6D08EFD01011}"/>
                </a:ext>
              </a:extLst>
            </p:cNvPr>
            <p:cNvGrpSpPr/>
            <p:nvPr/>
          </p:nvGrpSpPr>
          <p:grpSpPr>
            <a:xfrm>
              <a:off x="6621291" y="2012425"/>
              <a:ext cx="700197" cy="607594"/>
              <a:chOff x="5126703" y="2901338"/>
              <a:chExt cx="700197" cy="607594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1AC08C8-D216-DB1A-F6BF-07960E08E2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99442" y="2901338"/>
                <a:ext cx="544903" cy="526621"/>
              </a:xfrm>
              <a:prstGeom prst="ellipse">
                <a:avLst/>
              </a:prstGeom>
              <a:noFill/>
              <a:ln w="38100">
                <a:solidFill>
                  <a:srgbClr val="198F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Arrow: Right 62">
                <a:extLst>
                  <a:ext uri="{FF2B5EF4-FFF2-40B4-BE49-F238E27FC236}">
                    <a16:creationId xmlns:a16="http://schemas.microsoft.com/office/drawing/2014/main" id="{3C1B6B22-2898-5C3C-E57C-2BB5F2343942}"/>
                  </a:ext>
                </a:extLst>
              </p:cNvPr>
              <p:cNvSpPr/>
              <p:nvPr/>
            </p:nvSpPr>
            <p:spPr>
              <a:xfrm rot="17255756">
                <a:off x="5139380" y="3018741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Arrow: Right 63">
                <a:extLst>
                  <a:ext uri="{FF2B5EF4-FFF2-40B4-BE49-F238E27FC236}">
                    <a16:creationId xmlns:a16="http://schemas.microsoft.com/office/drawing/2014/main" id="{650E410A-CD5D-1A61-3292-DA001213AD5D}"/>
                  </a:ext>
                </a:extLst>
              </p:cNvPr>
              <p:cNvSpPr/>
              <p:nvPr/>
            </p:nvSpPr>
            <p:spPr>
              <a:xfrm rot="5400000">
                <a:off x="5671580" y="3032214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Arrow: Right 64">
                <a:extLst>
                  <a:ext uri="{FF2B5EF4-FFF2-40B4-BE49-F238E27FC236}">
                    <a16:creationId xmlns:a16="http://schemas.microsoft.com/office/drawing/2014/main" id="{959ECC21-24EC-F657-2D6A-60B3B7E4C0ED}"/>
                  </a:ext>
                </a:extLst>
              </p:cNvPr>
              <p:cNvSpPr/>
              <p:nvPr/>
            </p:nvSpPr>
            <p:spPr>
              <a:xfrm rot="11112171">
                <a:off x="5403147" y="3340935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3C0F05C-9C04-D068-7B2D-147E39CCF72E}"/>
                </a:ext>
              </a:extLst>
            </p:cNvPr>
            <p:cNvGrpSpPr/>
            <p:nvPr/>
          </p:nvGrpSpPr>
          <p:grpSpPr>
            <a:xfrm>
              <a:off x="8832508" y="2022911"/>
              <a:ext cx="879252" cy="624153"/>
              <a:chOff x="7380159" y="2994967"/>
              <a:chExt cx="879252" cy="624153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AAD979C-74F2-F35D-FC5E-4170395174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52898" y="2994967"/>
                <a:ext cx="544903" cy="526621"/>
              </a:xfrm>
              <a:prstGeom prst="ellipse">
                <a:avLst/>
              </a:prstGeom>
              <a:noFill/>
              <a:ln w="38100">
                <a:solidFill>
                  <a:srgbClr val="198F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Arrow: Right 67">
                <a:extLst>
                  <a:ext uri="{FF2B5EF4-FFF2-40B4-BE49-F238E27FC236}">
                    <a16:creationId xmlns:a16="http://schemas.microsoft.com/office/drawing/2014/main" id="{79BD61D0-959E-B497-E02C-3EB9F0522F12}"/>
                  </a:ext>
                </a:extLst>
              </p:cNvPr>
              <p:cNvSpPr/>
              <p:nvPr/>
            </p:nvSpPr>
            <p:spPr>
              <a:xfrm rot="17255756">
                <a:off x="7392836" y="3112370"/>
                <a:ext cx="142644" cy="167997"/>
              </a:xfrm>
              <a:prstGeom prst="rightArrow">
                <a:avLst>
                  <a:gd name="adj1" fmla="val 50000"/>
                  <a:gd name="adj2" fmla="val 78284"/>
                </a:avLst>
              </a:prstGeom>
              <a:solidFill>
                <a:srgbClr val="198FA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4B9D493-67C1-96C3-4CB6-3AFAD023A0CA}"/>
                  </a:ext>
                </a:extLst>
              </p:cNvPr>
              <p:cNvSpPr txBox="1"/>
              <p:nvPr/>
            </p:nvSpPr>
            <p:spPr>
              <a:xfrm rot="5400000">
                <a:off x="7725349" y="3085059"/>
                <a:ext cx="5449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 b="1" i="0" u="none" strike="noStrike" dirty="0">
                    <a:effectLst/>
                    <a:latin typeface="+mj-lt"/>
                  </a:rPr>
                  <a:t>X</a:t>
                </a:r>
                <a:r>
                  <a:rPr lang="en-US" sz="2000" b="0" i="0" dirty="0">
                    <a:effectLst/>
                    <a:latin typeface="Arial" panose="020B0604020202020204" pitchFamily="34" charset="0"/>
                  </a:rPr>
                  <a:t> 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6420D9F-452A-AB9A-6FD7-43630FAFF0BD}"/>
                </a:ext>
              </a:extLst>
            </p:cNvPr>
            <p:cNvSpPr txBox="1"/>
            <p:nvPr/>
          </p:nvSpPr>
          <p:spPr>
            <a:xfrm>
              <a:off x="2048549" y="2607578"/>
              <a:ext cx="14196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j-lt"/>
                  <a:ea typeface="Gadugi" panose="020B0502040204020203" pitchFamily="34" charset="0"/>
                </a:rPr>
                <a:t>Start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Stock cages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202F462-7C63-ED02-1152-EFDA60BD9D12}"/>
                </a:ext>
              </a:extLst>
            </p:cNvPr>
            <p:cNvSpPr txBox="1"/>
            <p:nvPr/>
          </p:nvSpPr>
          <p:spPr>
            <a:xfrm>
              <a:off x="8694341" y="2607920"/>
              <a:ext cx="23173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3</a:t>
              </a:r>
              <a:r>
                <a:rPr lang="en-US" sz="1400" baseline="30000" dirty="0">
                  <a:latin typeface="+mj-lt"/>
                  <a:ea typeface="Gadugi" panose="020B0502040204020203" pitchFamily="34" charset="0"/>
                </a:rPr>
                <a:t>rd</a:t>
              </a:r>
              <a:r>
                <a:rPr lang="en-US" sz="1400" dirty="0">
                  <a:latin typeface="+mj-lt"/>
                  <a:ea typeface="Gadugi" panose="020B0502040204020203" pitchFamily="34" charset="0"/>
                </a:rPr>
                <a:t> datapoint</a:t>
              </a:r>
            </a:p>
            <a:p>
              <a:r>
                <a:rPr lang="en-US" dirty="0">
                  <a:solidFill>
                    <a:srgbClr val="FF0000"/>
                  </a:solidFill>
                  <a:ea typeface="Gadugi" panose="020B0502040204020203" pitchFamily="34" charset="0"/>
                </a:rPr>
                <a:t>Stop</a:t>
              </a:r>
              <a:endParaRPr lang="en-US" dirty="0">
                <a:latin typeface="+mj-lt"/>
                <a:ea typeface="Gadugi" panose="020B0502040204020203" pitchFamily="34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EB421D6-99C0-BA7E-B89A-53F9F89F2C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24940" y="2012366"/>
              <a:ext cx="544903" cy="526621"/>
            </a:xfrm>
            <a:prstGeom prst="ellipse">
              <a:avLst/>
            </a:prstGeom>
            <a:noFill/>
            <a:ln w="38100">
              <a:solidFill>
                <a:srgbClr val="198F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39AE6AA-A5A8-4637-931B-384C22C292C2}"/>
                </a:ext>
              </a:extLst>
            </p:cNvPr>
            <p:cNvSpPr txBox="1"/>
            <p:nvPr/>
          </p:nvSpPr>
          <p:spPr>
            <a:xfrm>
              <a:off x="4143871" y="2659267"/>
              <a:ext cx="23173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1</a:t>
              </a:r>
              <a:r>
                <a:rPr lang="en-US" sz="1400" baseline="30000" dirty="0">
                  <a:latin typeface="+mj-lt"/>
                  <a:ea typeface="Gadugi" panose="020B0502040204020203" pitchFamily="34" charset="0"/>
                </a:rPr>
                <a:t>st</a:t>
              </a:r>
              <a:r>
                <a:rPr lang="en-US" sz="1400" dirty="0">
                  <a:latin typeface="+mj-lt"/>
                  <a:ea typeface="Gadugi" panose="020B0502040204020203" pitchFamily="34" charset="0"/>
                </a:rPr>
                <a:t> data point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Restock cages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D802A4A-C5C5-4B45-EC3A-28DEEF1B1436}"/>
                </a:ext>
              </a:extLst>
            </p:cNvPr>
            <p:cNvSpPr txBox="1"/>
            <p:nvPr/>
          </p:nvSpPr>
          <p:spPr>
            <a:xfrm>
              <a:off x="6421780" y="2640744"/>
              <a:ext cx="12518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2</a:t>
              </a:r>
              <a:r>
                <a:rPr lang="en-US" sz="1400" baseline="30000" dirty="0">
                  <a:latin typeface="+mj-lt"/>
                  <a:ea typeface="Gadugi" panose="020B0502040204020203" pitchFamily="34" charset="0"/>
                </a:rPr>
                <a:t>nd</a:t>
              </a:r>
              <a:r>
                <a:rPr lang="en-US" sz="1400" dirty="0">
                  <a:latin typeface="+mj-lt"/>
                  <a:ea typeface="Gadugi" panose="020B0502040204020203" pitchFamily="34" charset="0"/>
                </a:rPr>
                <a:t> data point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Restock cages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D9B560E-658F-4DD6-5798-EED5E98F1253}"/>
                </a:ext>
              </a:extLst>
            </p:cNvPr>
            <p:cNvSpPr txBox="1"/>
            <p:nvPr/>
          </p:nvSpPr>
          <p:spPr>
            <a:xfrm>
              <a:off x="6539938" y="618592"/>
              <a:ext cx="1189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96 hours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F8284A6-831A-24CC-FD5D-B8BCB4956E7E}"/>
                </a:ext>
              </a:extLst>
            </p:cNvPr>
            <p:cNvSpPr txBox="1"/>
            <p:nvPr/>
          </p:nvSpPr>
          <p:spPr>
            <a:xfrm>
              <a:off x="8813885" y="609253"/>
              <a:ext cx="1189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144 hours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DE78603-3D13-B381-ACE1-1D7119B2B07D}"/>
                </a:ext>
              </a:extLst>
            </p:cNvPr>
            <p:cNvSpPr txBox="1"/>
            <p:nvPr/>
          </p:nvSpPr>
          <p:spPr>
            <a:xfrm>
              <a:off x="234585" y="650427"/>
              <a:ext cx="18691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  <a:ea typeface="Gadugi" panose="020B0502040204020203" pitchFamily="34" charset="0"/>
                </a:rPr>
                <a:t>Sequence 1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Trials 1—4</a:t>
              </a:r>
            </a:p>
          </p:txBody>
        </p:sp>
        <p:sp>
          <p:nvSpPr>
            <p:cNvPr id="180" name="Arrow: Right 179">
              <a:extLst>
                <a:ext uri="{FF2B5EF4-FFF2-40B4-BE49-F238E27FC236}">
                  <a16:creationId xmlns:a16="http://schemas.microsoft.com/office/drawing/2014/main" id="{981FD99F-0992-F8C7-1AA8-E83E169BE699}"/>
                </a:ext>
              </a:extLst>
            </p:cNvPr>
            <p:cNvSpPr/>
            <p:nvPr/>
          </p:nvSpPr>
          <p:spPr>
            <a:xfrm rot="5400000">
              <a:off x="2595651" y="2168470"/>
              <a:ext cx="142644" cy="167997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1" name="Arrow: Right 180">
              <a:extLst>
                <a:ext uri="{FF2B5EF4-FFF2-40B4-BE49-F238E27FC236}">
                  <a16:creationId xmlns:a16="http://schemas.microsoft.com/office/drawing/2014/main" id="{1311A8DC-03E2-DF59-67CE-6AC474CA3BEF}"/>
                </a:ext>
              </a:extLst>
            </p:cNvPr>
            <p:cNvSpPr/>
            <p:nvPr/>
          </p:nvSpPr>
          <p:spPr>
            <a:xfrm rot="11112171">
              <a:off x="9086022" y="2460479"/>
              <a:ext cx="142644" cy="167997"/>
            </a:xfrm>
            <a:prstGeom prst="rightArrow">
              <a:avLst>
                <a:gd name="adj1" fmla="val 50000"/>
                <a:gd name="adj2" fmla="val 78284"/>
              </a:avLst>
            </a:prstGeom>
            <a:solidFill>
              <a:srgbClr val="198F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030577D-7992-3573-938A-99758FEDC768}"/>
                </a:ext>
              </a:extLst>
            </p:cNvPr>
            <p:cNvSpPr txBox="1"/>
            <p:nvPr/>
          </p:nvSpPr>
          <p:spPr>
            <a:xfrm>
              <a:off x="1791270" y="833292"/>
              <a:ext cx="6153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Trial 1</a:t>
              </a:r>
              <a:endParaRPr lang="en-US" sz="14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C58ED22F-BCFB-F1A1-7591-0FD19B0EDA9E}"/>
                </a:ext>
              </a:extLst>
            </p:cNvPr>
            <p:cNvSpPr txBox="1"/>
            <p:nvPr/>
          </p:nvSpPr>
          <p:spPr>
            <a:xfrm>
              <a:off x="1791269" y="1103262"/>
              <a:ext cx="6153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Trial 2</a:t>
              </a:r>
              <a:endParaRPr lang="en-US" sz="1400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E320F9B4-4186-F764-5100-B638D24C18CB}"/>
                </a:ext>
              </a:extLst>
            </p:cNvPr>
            <p:cNvSpPr txBox="1"/>
            <p:nvPr/>
          </p:nvSpPr>
          <p:spPr>
            <a:xfrm>
              <a:off x="1794233" y="1365785"/>
              <a:ext cx="6153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Trial 3</a:t>
              </a:r>
              <a:endParaRPr lang="en-US" sz="1400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CA1ED58-31C4-B429-9EB6-9B3F9CC7AE42}"/>
                </a:ext>
              </a:extLst>
            </p:cNvPr>
            <p:cNvSpPr txBox="1"/>
            <p:nvPr/>
          </p:nvSpPr>
          <p:spPr>
            <a:xfrm>
              <a:off x="1796036" y="1631285"/>
              <a:ext cx="6153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Trial 4</a:t>
              </a:r>
              <a:endParaRPr lang="en-US" sz="1400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DBDF886-6468-906A-C26B-450EE686E1D2}"/>
                </a:ext>
              </a:extLst>
            </p:cNvPr>
            <p:cNvSpPr/>
            <p:nvPr/>
          </p:nvSpPr>
          <p:spPr>
            <a:xfrm>
              <a:off x="156204" y="563207"/>
              <a:ext cx="9742806" cy="269888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8" name="Arrow: Right 187">
            <a:extLst>
              <a:ext uri="{FF2B5EF4-FFF2-40B4-BE49-F238E27FC236}">
                <a16:creationId xmlns:a16="http://schemas.microsoft.com/office/drawing/2014/main" id="{99BCF955-DDA2-4244-E607-E93135E6E12F}"/>
              </a:ext>
            </a:extLst>
          </p:cNvPr>
          <p:cNvSpPr/>
          <p:nvPr/>
        </p:nvSpPr>
        <p:spPr>
          <a:xfrm rot="5400000">
            <a:off x="2620345" y="5483170"/>
            <a:ext cx="142644" cy="167997"/>
          </a:xfrm>
          <a:prstGeom prst="rightArrow">
            <a:avLst>
              <a:gd name="adj1" fmla="val 50000"/>
              <a:gd name="adj2" fmla="val 78284"/>
            </a:avLst>
          </a:prstGeom>
          <a:solidFill>
            <a:srgbClr val="198FA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12D21D9-DEC0-3020-DB26-B0A94B14E139}"/>
              </a:ext>
            </a:extLst>
          </p:cNvPr>
          <p:cNvSpPr/>
          <p:nvPr/>
        </p:nvSpPr>
        <p:spPr>
          <a:xfrm>
            <a:off x="156203" y="3763436"/>
            <a:ext cx="5110819" cy="285547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5E1479C-9137-9450-DAB6-9E7725E1F1F5}"/>
              </a:ext>
            </a:extLst>
          </p:cNvPr>
          <p:cNvSpPr txBox="1"/>
          <p:nvPr/>
        </p:nvSpPr>
        <p:spPr>
          <a:xfrm>
            <a:off x="1790368" y="4058819"/>
            <a:ext cx="615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Trial 5</a:t>
            </a:r>
            <a:endParaRPr lang="en-US" sz="14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0A2D86E-531B-2D21-9120-5BAEC519BE2E}"/>
              </a:ext>
            </a:extLst>
          </p:cNvPr>
          <p:cNvSpPr txBox="1"/>
          <p:nvPr/>
        </p:nvSpPr>
        <p:spPr>
          <a:xfrm>
            <a:off x="1790368" y="4324938"/>
            <a:ext cx="615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Trial 6</a:t>
            </a:r>
            <a:endParaRPr lang="en-US" sz="14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093F7D5-3A5D-BF47-253D-0539C84C4493}"/>
              </a:ext>
            </a:extLst>
          </p:cNvPr>
          <p:cNvSpPr txBox="1"/>
          <p:nvPr/>
        </p:nvSpPr>
        <p:spPr>
          <a:xfrm>
            <a:off x="1786055" y="4609272"/>
            <a:ext cx="615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Trial 7</a:t>
            </a:r>
            <a:endParaRPr lang="en-US" sz="14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2785AE5-3AA2-187E-ECEB-6AA457F4580D}"/>
              </a:ext>
            </a:extLst>
          </p:cNvPr>
          <p:cNvSpPr txBox="1"/>
          <p:nvPr/>
        </p:nvSpPr>
        <p:spPr>
          <a:xfrm>
            <a:off x="1790368" y="4893606"/>
            <a:ext cx="615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Trial 8</a:t>
            </a:r>
            <a:endParaRPr lang="en-US" sz="14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403216F-772A-CE45-1C3F-8A26A3047725}"/>
              </a:ext>
            </a:extLst>
          </p:cNvPr>
          <p:cNvSpPr/>
          <p:nvPr/>
        </p:nvSpPr>
        <p:spPr>
          <a:xfrm>
            <a:off x="5524821" y="3763436"/>
            <a:ext cx="6032180" cy="2842324"/>
          </a:xfrm>
          <a:prstGeom prst="rect">
            <a:avLst/>
          </a:prstGeom>
          <a:noFill/>
          <a:ln w="15875">
            <a:solidFill>
              <a:srgbClr val="19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80C925C-3619-FB99-480C-8BEADEA1C876}"/>
              </a:ext>
            </a:extLst>
          </p:cNvPr>
          <p:cNvSpPr txBox="1"/>
          <p:nvPr/>
        </p:nvSpPr>
        <p:spPr>
          <a:xfrm>
            <a:off x="5557705" y="3765199"/>
            <a:ext cx="396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Sampling and restocking procedure</a:t>
            </a:r>
          </a:p>
        </p:txBody>
      </p:sp>
    </p:spTree>
    <p:extLst>
      <p:ext uri="{BB962C8B-B14F-4D97-AF65-F5344CB8AC3E}">
        <p14:creationId xmlns:p14="http://schemas.microsoft.com/office/powerpoint/2010/main" val="284907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115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Gadugi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Randell</dc:creator>
  <cp:lastModifiedBy>Zachary Randell</cp:lastModifiedBy>
  <cp:revision>14</cp:revision>
  <dcterms:created xsi:type="dcterms:W3CDTF">2026-06-02T15:16:13Z</dcterms:created>
  <dcterms:modified xsi:type="dcterms:W3CDTF">2026-06-05T20:51:02Z</dcterms:modified>
</cp:coreProperties>
</file>