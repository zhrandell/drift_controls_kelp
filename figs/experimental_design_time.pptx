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3"/>
  </p:notesMasterIdLst>
  <p:sldIdLst>
    <p:sldId id="257" r:id="rId2"/>
  </p:sldIdLst>
  <p:sldSz cx="11155363" cy="66754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EE6B"/>
    <a:srgbClr val="F6F5C3"/>
    <a:srgbClr val="EBEACC"/>
    <a:srgbClr val="198FA3"/>
    <a:srgbClr val="7C496A"/>
    <a:srgbClr val="9998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7F7D6D-8BB7-4E7D-9555-BFEE691BE3D3}" v="34" dt="2026-07-08T22:38:15.7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556" autoAdjust="0"/>
    <p:restoredTop sz="94660"/>
  </p:normalViewPr>
  <p:slideViewPr>
    <p:cSldViewPr snapToGrid="0">
      <p:cViewPr varScale="1">
        <p:scale>
          <a:sx n="94" d="100"/>
          <a:sy n="94" d="100"/>
        </p:scale>
        <p:origin x="1001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achary Randell" userId="4632875424_tp_dropbox_plus" providerId="OAuth2" clId="{94F170DD-8542-47A7-905C-5CC9F103855A}"/>
    <pc:docChg chg="undo custSel delSld modSld modMainMaster modNotesMaster">
      <pc:chgData name="Zachary Randell" userId="4632875424_tp_dropbox_plus" providerId="OAuth2" clId="{94F170DD-8542-47A7-905C-5CC9F103855A}" dt="2026-07-09T00:20:13.812" v="376" actId="113"/>
      <pc:docMkLst>
        <pc:docMk/>
      </pc:docMkLst>
      <pc:sldChg chg="del">
        <pc:chgData name="Zachary Randell" userId="4632875424_tp_dropbox_plus" providerId="OAuth2" clId="{94F170DD-8542-47A7-905C-5CC9F103855A}" dt="2026-06-05T20:50:55.081" v="10" actId="47"/>
        <pc:sldMkLst>
          <pc:docMk/>
          <pc:sldMk cId="1105578165" sldId="256"/>
        </pc:sldMkLst>
      </pc:sldChg>
      <pc:sldChg chg="addSp delSp modSp mod modNotes">
        <pc:chgData name="Zachary Randell" userId="4632875424_tp_dropbox_plus" providerId="OAuth2" clId="{94F170DD-8542-47A7-905C-5CC9F103855A}" dt="2026-07-09T00:20:13.812" v="376" actId="113"/>
        <pc:sldMkLst>
          <pc:docMk/>
          <pc:sldMk cId="2849075591" sldId="257"/>
        </pc:sldMkLst>
        <pc:spChg chg="add mod">
          <ac:chgData name="Zachary Randell" userId="4632875424_tp_dropbox_plus" providerId="OAuth2" clId="{94F170DD-8542-47A7-905C-5CC9F103855A}" dt="2026-07-08T22:30:50.587" v="314" actId="1035"/>
          <ac:spMkLst>
            <pc:docMk/>
            <pc:sldMk cId="2849075591" sldId="257"/>
            <ac:spMk id="2" creationId="{BCB49A15-9E4E-9DD9-36A0-F59887725B5C}"/>
          </ac:spMkLst>
        </pc:spChg>
        <pc:spChg chg="add mod">
          <ac:chgData name="Zachary Randell" userId="4632875424_tp_dropbox_plus" providerId="OAuth2" clId="{94F170DD-8542-47A7-905C-5CC9F103855A}" dt="2026-07-08T22:22:43.471" v="183" actId="14100"/>
          <ac:spMkLst>
            <pc:docMk/>
            <pc:sldMk cId="2849075591" sldId="257"/>
            <ac:spMk id="3" creationId="{40432DBF-1891-684C-29D8-944D319DFEC8}"/>
          </ac:spMkLst>
        </pc:spChg>
        <pc:spChg chg="add del mod">
          <ac:chgData name="Zachary Randell" userId="4632875424_tp_dropbox_plus" providerId="OAuth2" clId="{94F170DD-8542-47A7-905C-5CC9F103855A}" dt="2026-07-08T22:19:31.878" v="160" actId="478"/>
          <ac:spMkLst>
            <pc:docMk/>
            <pc:sldMk cId="2849075591" sldId="257"/>
            <ac:spMk id="4" creationId="{2069F89A-1CDC-C968-7382-26686E756CAB}"/>
          </ac:spMkLst>
        </pc:spChg>
        <pc:spChg chg="add del mod">
          <ac:chgData name="Zachary Randell" userId="4632875424_tp_dropbox_plus" providerId="OAuth2" clId="{94F170DD-8542-47A7-905C-5CC9F103855A}" dt="2026-07-08T22:19:32.812" v="161" actId="478"/>
          <ac:spMkLst>
            <pc:docMk/>
            <pc:sldMk cId="2849075591" sldId="257"/>
            <ac:spMk id="5" creationId="{94274F56-9E98-04E3-C123-EE5D33610591}"/>
          </ac:spMkLst>
        </pc:spChg>
        <pc:spChg chg="add mod">
          <ac:chgData name="Zachary Randell" userId="4632875424_tp_dropbox_plus" providerId="OAuth2" clId="{94F170DD-8542-47A7-905C-5CC9F103855A}" dt="2026-07-08T22:22:43.471" v="183" actId="14100"/>
          <ac:spMkLst>
            <pc:docMk/>
            <pc:sldMk cId="2849075591" sldId="257"/>
            <ac:spMk id="6" creationId="{689ED5F1-D754-1AF2-278D-3A394CD16D80}"/>
          </ac:spMkLst>
        </pc:spChg>
        <pc:spChg chg="add mod">
          <ac:chgData name="Zachary Randell" userId="4632875424_tp_dropbox_plus" providerId="OAuth2" clId="{94F170DD-8542-47A7-905C-5CC9F103855A}" dt="2026-07-08T22:22:43.471" v="183" actId="14100"/>
          <ac:spMkLst>
            <pc:docMk/>
            <pc:sldMk cId="2849075591" sldId="257"/>
            <ac:spMk id="7" creationId="{2F5FBA4C-371A-F9C7-444E-84BE2A495ED3}"/>
          </ac:spMkLst>
        </pc:spChg>
        <pc:spChg chg="add mod ord">
          <ac:chgData name="Zachary Randell" userId="4632875424_tp_dropbox_plus" providerId="OAuth2" clId="{94F170DD-8542-47A7-905C-5CC9F103855A}" dt="2026-07-08T22:30:50.587" v="314" actId="1035"/>
          <ac:spMkLst>
            <pc:docMk/>
            <pc:sldMk cId="2849075591" sldId="257"/>
            <ac:spMk id="8" creationId="{52749A71-B24D-04EF-E2F8-4D6BA7F7D5BF}"/>
          </ac:spMkLst>
        </pc:spChg>
        <pc:spChg chg="add mod ord">
          <ac:chgData name="Zachary Randell" userId="4632875424_tp_dropbox_plus" providerId="OAuth2" clId="{94F170DD-8542-47A7-905C-5CC9F103855A}" dt="2026-07-08T22:30:50.587" v="314" actId="1035"/>
          <ac:spMkLst>
            <pc:docMk/>
            <pc:sldMk cId="2849075591" sldId="257"/>
            <ac:spMk id="9" creationId="{2C7F6973-6353-7E3C-79F2-F40AF40FF49D}"/>
          </ac:spMkLst>
        </pc:spChg>
        <pc:spChg chg="add mod">
          <ac:chgData name="Zachary Randell" userId="4632875424_tp_dropbox_plus" providerId="OAuth2" clId="{94F170DD-8542-47A7-905C-5CC9F103855A}" dt="2026-07-09T00:20:13.812" v="376" actId="113"/>
          <ac:spMkLst>
            <pc:docMk/>
            <pc:sldMk cId="2849075591" sldId="257"/>
            <ac:spMk id="48" creationId="{7428E576-E80C-B291-62C9-C68949747DBF}"/>
          </ac:spMkLst>
        </pc:spChg>
        <pc:spChg chg="add mod">
          <ac:chgData name="Zachary Randell" userId="4632875424_tp_dropbox_plus" providerId="OAuth2" clId="{94F170DD-8542-47A7-905C-5CC9F103855A}" dt="2026-07-09T00:20:12.010" v="375" actId="113"/>
          <ac:spMkLst>
            <pc:docMk/>
            <pc:sldMk cId="2849075591" sldId="257"/>
            <ac:spMk id="49" creationId="{F619EC85-CFC2-1A8A-754E-A51E3B6BEDAB}"/>
          </ac:spMkLst>
        </pc:spChg>
        <pc:spChg chg="add mod">
          <ac:chgData name="Zachary Randell" userId="4632875424_tp_dropbox_plus" providerId="OAuth2" clId="{94F170DD-8542-47A7-905C-5CC9F103855A}" dt="2026-07-08T22:32:19.728" v="326" actId="1076"/>
          <ac:spMkLst>
            <pc:docMk/>
            <pc:sldMk cId="2849075591" sldId="257"/>
            <ac:spMk id="50" creationId="{50C3CFC2-67A8-136D-5894-1D24997CA6B9}"/>
          </ac:spMkLst>
        </pc:spChg>
        <pc:spChg chg="del mod">
          <ac:chgData name="Zachary Randell" userId="4632875424_tp_dropbox_plus" providerId="OAuth2" clId="{94F170DD-8542-47A7-905C-5CC9F103855A}" dt="2026-07-08T22:10:31.162" v="142" actId="478"/>
          <ac:spMkLst>
            <pc:docMk/>
            <pc:sldMk cId="2849075591" sldId="257"/>
            <ac:spMk id="58" creationId="{482EE87C-5214-779E-8173-974CE82A394E}"/>
          </ac:spMkLst>
        </pc:spChg>
        <pc:spChg chg="del mod">
          <ac:chgData name="Zachary Randell" userId="4632875424_tp_dropbox_plus" providerId="OAuth2" clId="{94F170DD-8542-47A7-905C-5CC9F103855A}" dt="2026-07-08T22:14:07.365" v="155" actId="478"/>
          <ac:spMkLst>
            <pc:docMk/>
            <pc:sldMk cId="2849075591" sldId="257"/>
            <ac:spMk id="59" creationId="{DAFDA21A-26D8-E30F-B443-6F06602468B8}"/>
          </ac:spMkLst>
        </pc:spChg>
        <pc:spChg chg="mod">
          <ac:chgData name="Zachary Randell" userId="4632875424_tp_dropbox_plus" providerId="OAuth2" clId="{94F170DD-8542-47A7-905C-5CC9F103855A}" dt="2026-07-08T22:21:47.807" v="179" actId="1076"/>
          <ac:spMkLst>
            <pc:docMk/>
            <pc:sldMk cId="2849075591" sldId="257"/>
            <ac:spMk id="60" creationId="{271A9938-21E1-E49A-C9D2-397F0E19A105}"/>
          </ac:spMkLst>
        </pc:spChg>
        <pc:spChg chg="del">
          <ac:chgData name="Zachary Randell" userId="4632875424_tp_dropbox_plus" providerId="OAuth2" clId="{94F170DD-8542-47A7-905C-5CC9F103855A}" dt="2026-07-08T22:32:29.089" v="327" actId="478"/>
          <ac:spMkLst>
            <pc:docMk/>
            <pc:sldMk cId="2849075591" sldId="257"/>
            <ac:spMk id="62" creationId="{F1AC08C8-D216-DB1A-F6BF-07960E08E22E}"/>
          </ac:spMkLst>
        </pc:spChg>
        <pc:spChg chg="del">
          <ac:chgData name="Zachary Randell" userId="4632875424_tp_dropbox_plus" providerId="OAuth2" clId="{94F170DD-8542-47A7-905C-5CC9F103855A}" dt="2026-07-08T22:32:32.451" v="329" actId="478"/>
          <ac:spMkLst>
            <pc:docMk/>
            <pc:sldMk cId="2849075591" sldId="257"/>
            <ac:spMk id="63" creationId="{3C1B6B22-2898-5C3C-E57C-2BB5F2343942}"/>
          </ac:spMkLst>
        </pc:spChg>
        <pc:spChg chg="del">
          <ac:chgData name="Zachary Randell" userId="4632875424_tp_dropbox_plus" providerId="OAuth2" clId="{94F170DD-8542-47A7-905C-5CC9F103855A}" dt="2026-07-08T22:32:30.899" v="328" actId="478"/>
          <ac:spMkLst>
            <pc:docMk/>
            <pc:sldMk cId="2849075591" sldId="257"/>
            <ac:spMk id="64" creationId="{650E410A-CD5D-1A61-3292-DA001213AD5D}"/>
          </ac:spMkLst>
        </pc:spChg>
        <pc:spChg chg="del">
          <ac:chgData name="Zachary Randell" userId="4632875424_tp_dropbox_plus" providerId="OAuth2" clId="{94F170DD-8542-47A7-905C-5CC9F103855A}" dt="2026-07-08T22:32:34.312" v="330" actId="478"/>
          <ac:spMkLst>
            <pc:docMk/>
            <pc:sldMk cId="2849075591" sldId="257"/>
            <ac:spMk id="65" creationId="{959ECC21-24EC-F657-2D6A-60B3B7E4C0ED}"/>
          </ac:spMkLst>
        </pc:spChg>
        <pc:spChg chg="mod">
          <ac:chgData name="Zachary Randell" userId="4632875424_tp_dropbox_plus" providerId="OAuth2" clId="{94F170DD-8542-47A7-905C-5CC9F103855A}" dt="2026-07-08T22:34:07.890" v="344" actId="1076"/>
          <ac:spMkLst>
            <pc:docMk/>
            <pc:sldMk cId="2849075591" sldId="257"/>
            <ac:spMk id="68" creationId="{79BD61D0-959E-B497-E02C-3EB9F0522F12}"/>
          </ac:spMkLst>
        </pc:spChg>
        <pc:spChg chg="mod">
          <ac:chgData name="Zachary Randell" userId="4632875424_tp_dropbox_plus" providerId="OAuth2" clId="{94F170DD-8542-47A7-905C-5CC9F103855A}" dt="2026-07-08T22:38:14.547" v="371" actId="1076"/>
          <ac:spMkLst>
            <pc:docMk/>
            <pc:sldMk cId="2849075591" sldId="257"/>
            <ac:spMk id="69" creationId="{64B9D493-67C1-96C3-4CB6-3AFAD023A0CA}"/>
          </ac:spMkLst>
        </pc:spChg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k cId="2849075591" sldId="257"/>
            <ac:spMk id="70" creationId="{C6420D9F-452A-AB9A-6FD7-43630FAFF0BD}"/>
          </ac:spMkLst>
        </pc:spChg>
        <pc:spChg chg="mod">
          <ac:chgData name="Zachary Randell" userId="4632875424_tp_dropbox_plus" providerId="OAuth2" clId="{94F170DD-8542-47A7-905C-5CC9F103855A}" dt="2026-07-08T22:06:55.372" v="104" actId="20577"/>
          <ac:spMkLst>
            <pc:docMk/>
            <pc:sldMk cId="2849075591" sldId="257"/>
            <ac:spMk id="71" creationId="{6202F462-7C63-ED02-1152-EFDA60BD9D12}"/>
          </ac:spMkLst>
        </pc:spChg>
        <pc:spChg chg="mod">
          <ac:chgData name="Zachary Randell" userId="4632875424_tp_dropbox_plus" providerId="OAuth2" clId="{94F170DD-8542-47A7-905C-5CC9F103855A}" dt="2026-07-08T22:02:47.749" v="88" actId="1037"/>
          <ac:spMkLst>
            <pc:docMk/>
            <pc:sldMk cId="2849075591" sldId="257"/>
            <ac:spMk id="78" creationId="{E91C133B-30A1-21CB-283B-5EEAD131B84A}"/>
          </ac:spMkLst>
        </pc:spChg>
        <pc:spChg chg="mod">
          <ac:chgData name="Zachary Randell" userId="4632875424_tp_dropbox_plus" providerId="OAuth2" clId="{94F170DD-8542-47A7-905C-5CC9F103855A}" dt="2026-07-08T22:32:48.495" v="331"/>
          <ac:spMkLst>
            <pc:docMk/>
            <pc:sldMk cId="2849075591" sldId="257"/>
            <ac:spMk id="79" creationId="{73CE7680-C45A-D7BA-B83E-E43D93AD72B8}"/>
          </ac:spMkLst>
        </pc:spChg>
        <pc:spChg chg="mod">
          <ac:chgData name="Zachary Randell" userId="4632875424_tp_dropbox_plus" providerId="OAuth2" clId="{94F170DD-8542-47A7-905C-5CC9F103855A}" dt="2026-07-08T22:32:48.495" v="331"/>
          <ac:spMkLst>
            <pc:docMk/>
            <pc:sldMk cId="2849075591" sldId="257"/>
            <ac:spMk id="82" creationId="{25623972-3B96-AE57-9FAD-5AEEADB0F3F9}"/>
          </ac:spMkLst>
        </pc:spChg>
        <pc:spChg chg="mod">
          <ac:chgData name="Zachary Randell" userId="4632875424_tp_dropbox_plus" providerId="OAuth2" clId="{94F170DD-8542-47A7-905C-5CC9F103855A}" dt="2026-07-08T22:32:48.495" v="331"/>
          <ac:spMkLst>
            <pc:docMk/>
            <pc:sldMk cId="2849075591" sldId="257"/>
            <ac:spMk id="83" creationId="{00CF6C20-EBB8-3F93-3E2D-1E1F9F2BF75B}"/>
          </ac:spMkLst>
        </pc:spChg>
        <pc:spChg chg="mod">
          <ac:chgData name="Zachary Randell" userId="4632875424_tp_dropbox_plus" providerId="OAuth2" clId="{94F170DD-8542-47A7-905C-5CC9F103855A}" dt="2026-07-08T22:32:48.495" v="331"/>
          <ac:spMkLst>
            <pc:docMk/>
            <pc:sldMk cId="2849075591" sldId="257"/>
            <ac:spMk id="85" creationId="{D36FDA26-9526-0000-1C31-E1ECCB73F0B6}"/>
          </ac:spMkLst>
        </pc:spChg>
        <pc:spChg chg="mod">
          <ac:chgData name="Zachary Randell" userId="4632875424_tp_dropbox_plus" providerId="OAuth2" clId="{94F170DD-8542-47A7-905C-5CC9F103855A}" dt="2026-07-08T22:32:48.495" v="331"/>
          <ac:spMkLst>
            <pc:docMk/>
            <pc:sldMk cId="2849075591" sldId="257"/>
            <ac:spMk id="86" creationId="{C454720B-B084-7578-87AA-AD55F2963252}"/>
          </ac:spMkLst>
        </pc:spChg>
        <pc:spChg chg="mod">
          <ac:chgData name="Zachary Randell" userId="4632875424_tp_dropbox_plus" providerId="OAuth2" clId="{94F170DD-8542-47A7-905C-5CC9F103855A}" dt="2026-07-08T22:32:48.495" v="331"/>
          <ac:spMkLst>
            <pc:docMk/>
            <pc:sldMk cId="2849075591" sldId="257"/>
            <ac:spMk id="87" creationId="{3995B05C-ECBE-3530-3FC8-2825A9B484FC}"/>
          </ac:spMkLst>
        </pc:spChg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k cId="2849075591" sldId="257"/>
            <ac:spMk id="90" creationId="{AD9B560E-658F-4DD6-5798-EED5E98F1253}"/>
          </ac:spMkLst>
        </pc:spChg>
        <pc:spChg chg="mod">
          <ac:chgData name="Zachary Randell" userId="4632875424_tp_dropbox_plus" providerId="OAuth2" clId="{94F170DD-8542-47A7-905C-5CC9F103855A}" dt="2026-07-08T22:32:48.495" v="331"/>
          <ac:spMkLst>
            <pc:docMk/>
            <pc:sldMk cId="2849075591" sldId="257"/>
            <ac:spMk id="102" creationId="{EEF2C8FC-3E43-9655-A99C-7CA5DB4DF1BE}"/>
          </ac:spMkLst>
        </pc:spChg>
        <pc:spChg chg="mod">
          <ac:chgData name="Zachary Randell" userId="4632875424_tp_dropbox_plus" providerId="OAuth2" clId="{94F170DD-8542-47A7-905C-5CC9F103855A}" dt="2026-07-08T22:02:47.749" v="88" actId="1037"/>
          <ac:spMkLst>
            <pc:docMk/>
            <pc:sldMk cId="2849075591" sldId="257"/>
            <ac:spMk id="140" creationId="{7922CB01-1945-35AA-F19E-3AAA3C826CFB}"/>
          </ac:spMkLst>
        </pc:spChg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k cId="2849075591" sldId="257"/>
            <ac:spMk id="154" creationId="{CCF40FE6-EB8D-0E6A-43DE-EC3BD2A66285}"/>
          </ac:spMkLst>
        </pc:spChg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k cId="2849075591" sldId="257"/>
            <ac:spMk id="155" creationId="{639B6B91-17D5-4739-C5CA-928CE3FCAD48}"/>
          </ac:spMkLst>
        </pc:spChg>
        <pc:spChg chg="mod">
          <ac:chgData name="Zachary Randell" userId="4632875424_tp_dropbox_plus" providerId="OAuth2" clId="{94F170DD-8542-47A7-905C-5CC9F103855A}" dt="2026-07-08T22:02:47.749" v="88" actId="1037"/>
          <ac:spMkLst>
            <pc:docMk/>
            <pc:sldMk cId="2849075591" sldId="257"/>
            <ac:spMk id="163" creationId="{93594748-F0A7-F194-6AD8-E692CFF9386F}"/>
          </ac:spMkLst>
        </pc:spChg>
        <pc:spChg chg="mod">
          <ac:chgData name="Zachary Randell" userId="4632875424_tp_dropbox_plus" providerId="OAuth2" clId="{94F170DD-8542-47A7-905C-5CC9F103855A}" dt="2026-07-08T22:02:47.749" v="88" actId="1037"/>
          <ac:spMkLst>
            <pc:docMk/>
            <pc:sldMk cId="2849075591" sldId="257"/>
            <ac:spMk id="164" creationId="{E8C7157C-77C9-8E7A-32CF-AFA0461251D3}"/>
          </ac:spMkLst>
        </pc:spChg>
        <pc:spChg chg="mod">
          <ac:chgData name="Zachary Randell" userId="4632875424_tp_dropbox_plus" providerId="OAuth2" clId="{94F170DD-8542-47A7-905C-5CC9F103855A}" dt="2026-07-08T22:02:47.749" v="88" actId="1037"/>
          <ac:spMkLst>
            <pc:docMk/>
            <pc:sldMk cId="2849075591" sldId="257"/>
            <ac:spMk id="165" creationId="{2524D627-7392-87F4-0C8C-959CF96221C6}"/>
          </ac:spMkLst>
        </pc:spChg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k cId="2849075591" sldId="257"/>
            <ac:spMk id="169" creationId="{57229D9F-AC75-8443-66F7-CFDA014CC715}"/>
          </ac:spMkLst>
        </pc:spChg>
        <pc:spChg chg="mod">
          <ac:chgData name="Zachary Randell" userId="4632875424_tp_dropbox_plus" providerId="OAuth2" clId="{94F170DD-8542-47A7-905C-5CC9F103855A}" dt="2026-07-08T22:30:00.183" v="297" actId="1076"/>
          <ac:spMkLst>
            <pc:docMk/>
            <pc:sldMk cId="2849075591" sldId="257"/>
            <ac:spMk id="170" creationId="{251B9749-3E67-800F-48E0-38D480210942}"/>
          </ac:spMkLst>
        </pc:spChg>
        <pc:spChg chg="mod">
          <ac:chgData name="Zachary Randell" userId="4632875424_tp_dropbox_plus" providerId="OAuth2" clId="{94F170DD-8542-47A7-905C-5CC9F103855A}" dt="2026-07-08T22:29:21.370" v="265" actId="1076"/>
          <ac:spMkLst>
            <pc:docMk/>
            <pc:sldMk cId="2849075591" sldId="257"/>
            <ac:spMk id="174" creationId="{224B5487-9DF4-6D5A-3D9C-62583EB782EB}"/>
          </ac:spMkLst>
        </pc:spChg>
        <pc:spChg chg="mod">
          <ac:chgData name="Zachary Randell" userId="4632875424_tp_dropbox_plus" providerId="OAuth2" clId="{94F170DD-8542-47A7-905C-5CC9F103855A}" dt="2026-07-08T22:29:51.906" v="296" actId="14100"/>
          <ac:spMkLst>
            <pc:docMk/>
            <pc:sldMk cId="2849075591" sldId="257"/>
            <ac:spMk id="175" creationId="{5E43FA61-B25D-05F8-3E1D-C84EC01D92B5}"/>
          </ac:spMkLst>
        </pc:spChg>
        <pc:spChg chg="mod">
          <ac:chgData name="Zachary Randell" userId="4632875424_tp_dropbox_plus" providerId="OAuth2" clId="{94F170DD-8542-47A7-905C-5CC9F103855A}" dt="2026-07-08T22:41:50.102" v="374" actId="1076"/>
          <ac:spMkLst>
            <pc:docMk/>
            <pc:sldMk cId="2849075591" sldId="257"/>
            <ac:spMk id="176" creationId="{F76AE89C-CA19-0316-8550-FDF40A5A2785}"/>
          </ac:spMkLst>
        </pc:spChg>
        <pc:spChg chg="mod">
          <ac:chgData name="Zachary Randell" userId="4632875424_tp_dropbox_plus" providerId="OAuth2" clId="{94F170DD-8542-47A7-905C-5CC9F103855A}" dt="2026-07-08T22:30:16.270" v="299" actId="1076"/>
          <ac:spMkLst>
            <pc:docMk/>
            <pc:sldMk cId="2849075591" sldId="257"/>
            <ac:spMk id="177" creationId="{0C22FA3D-EF00-3820-BAFD-E02381EB0211}"/>
          </ac:spMkLst>
        </pc:spChg>
        <pc:spChg chg="mod">
          <ac:chgData name="Zachary Randell" userId="4632875424_tp_dropbox_plus" providerId="OAuth2" clId="{94F170DD-8542-47A7-905C-5CC9F103855A}" dt="2026-07-08T22:08:20.905" v="118" actId="1076"/>
          <ac:spMkLst>
            <pc:docMk/>
            <pc:sldMk cId="2849075591" sldId="257"/>
            <ac:spMk id="178" creationId="{D5A37988-863B-A7FB-56C9-1909012F63E7}"/>
          </ac:spMkLst>
        </pc:spChg>
        <pc:spChg chg="mod">
          <ac:chgData name="Zachary Randell" userId="4632875424_tp_dropbox_plus" providerId="OAuth2" clId="{94F170DD-8542-47A7-905C-5CC9F103855A}" dt="2026-07-08T22:30:27.951" v="301" actId="1076"/>
          <ac:spMkLst>
            <pc:docMk/>
            <pc:sldMk cId="2849075591" sldId="257"/>
            <ac:spMk id="179" creationId="{93D76120-6DFD-699C-C3F2-B3DA0611E936}"/>
          </ac:spMkLst>
        </pc:spChg>
        <pc:spChg chg="mod">
          <ac:chgData name="Zachary Randell" userId="4632875424_tp_dropbox_plus" providerId="OAuth2" clId="{94F170DD-8542-47A7-905C-5CC9F103855A}" dt="2026-07-08T22:31:29.050" v="318" actId="688"/>
          <ac:spMkLst>
            <pc:docMk/>
            <pc:sldMk cId="2849075591" sldId="257"/>
            <ac:spMk id="180" creationId="{981FD99F-0992-F8C7-1AA8-E83E169BE699}"/>
          </ac:spMkLst>
        </pc:spChg>
        <pc:spChg chg="mod">
          <ac:chgData name="Zachary Randell" userId="4632875424_tp_dropbox_plus" providerId="OAuth2" clId="{94F170DD-8542-47A7-905C-5CC9F103855A}" dt="2026-07-08T22:34:11.449" v="345" actId="1076"/>
          <ac:spMkLst>
            <pc:docMk/>
            <pc:sldMk cId="2849075591" sldId="257"/>
            <ac:spMk id="181" creationId="{1311A8DC-03E2-DF59-67CE-6AC474CA3BEF}"/>
          </ac:spMkLst>
        </pc:spChg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k cId="2849075591" sldId="257"/>
            <ac:spMk id="184" creationId="{C58ED22F-BCFB-F1A1-7591-0FD19B0EDA9E}"/>
          </ac:spMkLst>
        </pc:spChg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k cId="2849075591" sldId="257"/>
            <ac:spMk id="186" creationId="{3CA1ED58-31C4-B429-9EB6-9B3F9CC7AE42}"/>
          </ac:spMkLst>
        </pc:spChg>
        <pc:spChg chg="mod">
          <ac:chgData name="Zachary Randell" userId="4632875424_tp_dropbox_plus" providerId="OAuth2" clId="{94F170DD-8542-47A7-905C-5CC9F103855A}" dt="2026-07-08T22:37:18.171" v="359" actId="1076"/>
          <ac:spMkLst>
            <pc:docMk/>
            <pc:sldMk cId="2849075591" sldId="257"/>
            <ac:spMk id="188" creationId="{99BCF955-DDA2-4244-E607-E93135E6E12F}"/>
          </ac:spMkLst>
        </pc:spChg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k cId="2849075591" sldId="257"/>
            <ac:spMk id="189" creationId="{A12D21D9-DEC0-3020-DB26-B0A94B14E139}"/>
          </ac:spMkLst>
        </pc:spChg>
        <pc:spChg chg="mod">
          <ac:chgData name="Zachary Randell" userId="4632875424_tp_dropbox_plus" providerId="OAuth2" clId="{94F170DD-8542-47A7-905C-5CC9F103855A}" dt="2026-07-08T22:02:47.749" v="88" actId="1037"/>
          <ac:spMkLst>
            <pc:docMk/>
            <pc:sldMk cId="2849075591" sldId="257"/>
            <ac:spMk id="191" creationId="{35E1479C-9137-9450-DAB6-9E7725E1F1F5}"/>
          </ac:spMkLst>
        </pc:spChg>
        <pc:spChg chg="mod">
          <ac:chgData name="Zachary Randell" userId="4632875424_tp_dropbox_plus" providerId="OAuth2" clId="{94F170DD-8542-47A7-905C-5CC9F103855A}" dt="2026-07-08T22:02:47.749" v="88" actId="1037"/>
          <ac:spMkLst>
            <pc:docMk/>
            <pc:sldMk cId="2849075591" sldId="257"/>
            <ac:spMk id="192" creationId="{D0A2D86E-531B-2D21-9120-5BAEC519BE2E}"/>
          </ac:spMkLst>
        </pc:spChg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k cId="2849075591" sldId="257"/>
            <ac:spMk id="193" creationId="{F093F7D5-3A5D-BF47-253D-0539C84C4493}"/>
          </ac:spMkLst>
        </pc:spChg>
        <pc:spChg chg="mod">
          <ac:chgData name="Zachary Randell" userId="4632875424_tp_dropbox_plus" providerId="OAuth2" clId="{94F170DD-8542-47A7-905C-5CC9F103855A}" dt="2026-07-08T22:27:21.804" v="208" actId="692"/>
          <ac:spMkLst>
            <pc:docMk/>
            <pc:sldMk cId="2849075591" sldId="257"/>
            <ac:spMk id="195" creationId="{F403216F-772A-CE45-1C3F-8A26A3047725}"/>
          </ac:spMkLst>
        </pc:spChg>
        <pc:spChg chg="mod">
          <ac:chgData name="Zachary Randell" userId="4632875424_tp_dropbox_plus" providerId="OAuth2" clId="{94F170DD-8542-47A7-905C-5CC9F103855A}" dt="2026-07-08T22:30:40.837" v="302" actId="1076"/>
          <ac:spMkLst>
            <pc:docMk/>
            <pc:sldMk cId="2849075591" sldId="257"/>
            <ac:spMk id="197" creationId="{080C925C-3619-FB99-480C-8BEADEA1C876}"/>
          </ac:spMkLst>
        </pc:spChg>
        <pc:spChg chg="add mod">
          <ac:chgData name="Zachary Randell" userId="4632875424_tp_dropbox_plus" providerId="OAuth2" clId="{94F170DD-8542-47A7-905C-5CC9F103855A}" dt="2026-07-08T22:32:48.495" v="331"/>
          <ac:spMkLst>
            <pc:docMk/>
            <pc:sldMk cId="2849075591" sldId="257"/>
            <ac:spMk id="207" creationId="{6CB2029F-34D2-1A49-DEE3-8E9053C16C18}"/>
          </ac:spMkLst>
        </pc:spChg>
        <pc:spChg chg="add mod">
          <ac:chgData name="Zachary Randell" userId="4632875424_tp_dropbox_plus" providerId="OAuth2" clId="{94F170DD-8542-47A7-905C-5CC9F103855A}" dt="2026-07-08T22:32:48.495" v="331"/>
          <ac:spMkLst>
            <pc:docMk/>
            <pc:sldMk cId="2849075591" sldId="257"/>
            <ac:spMk id="208" creationId="{309A433E-C3D7-D9B2-C58F-28B9861BAAC6}"/>
          </ac:spMkLst>
        </pc:spChg>
        <pc:spChg chg="add mod">
          <ac:chgData name="Zachary Randell" userId="4632875424_tp_dropbox_plus" providerId="OAuth2" clId="{94F170DD-8542-47A7-905C-5CC9F103855A}" dt="2026-07-08T22:32:48.495" v="331"/>
          <ac:spMkLst>
            <pc:docMk/>
            <pc:sldMk cId="2849075591" sldId="257"/>
            <ac:spMk id="209" creationId="{218CB663-42CC-9A96-26D0-682A972200BE}"/>
          </ac:spMkLst>
        </pc:spChg>
        <pc:spChg chg="add mod">
          <ac:chgData name="Zachary Randell" userId="4632875424_tp_dropbox_plus" providerId="OAuth2" clId="{94F170DD-8542-47A7-905C-5CC9F103855A}" dt="2026-07-08T22:33:05.815" v="333" actId="1076"/>
          <ac:spMkLst>
            <pc:docMk/>
            <pc:sldMk cId="2849075591" sldId="257"/>
            <ac:spMk id="210" creationId="{F904CA26-9B1A-9B8E-0571-9F83A3E48143}"/>
          </ac:spMkLst>
        </pc:spChg>
        <pc:spChg chg="add mod">
          <ac:chgData name="Zachary Randell" userId="4632875424_tp_dropbox_plus" providerId="OAuth2" clId="{94F170DD-8542-47A7-905C-5CC9F103855A}" dt="2026-07-08T22:33:17.262" v="335" actId="1076"/>
          <ac:spMkLst>
            <pc:docMk/>
            <pc:sldMk cId="2849075591" sldId="257"/>
            <ac:spMk id="211" creationId="{E9B3412E-B3F9-5C27-BFF7-1C4754206E22}"/>
          </ac:spMkLst>
        </pc:spChg>
        <pc:spChg chg="add mod">
          <ac:chgData name="Zachary Randell" userId="4632875424_tp_dropbox_plus" providerId="OAuth2" clId="{94F170DD-8542-47A7-905C-5CC9F103855A}" dt="2026-07-08T22:33:17.262" v="335" actId="1076"/>
          <ac:spMkLst>
            <pc:docMk/>
            <pc:sldMk cId="2849075591" sldId="257"/>
            <ac:spMk id="212" creationId="{87B7528A-E860-75D9-CCA0-DAEE1CCC2ECF}"/>
          </ac:spMkLst>
        </pc:spChg>
        <pc:spChg chg="add mod">
          <ac:chgData name="Zachary Randell" userId="4632875424_tp_dropbox_plus" providerId="OAuth2" clId="{94F170DD-8542-47A7-905C-5CC9F103855A}" dt="2026-07-08T22:33:17.262" v="335" actId="1076"/>
          <ac:spMkLst>
            <pc:docMk/>
            <pc:sldMk cId="2849075591" sldId="257"/>
            <ac:spMk id="213" creationId="{7E0CD7AA-E26A-867B-BA0A-C7E4CD9E715B}"/>
          </ac:spMkLst>
        </pc:spChg>
        <pc:spChg chg="add mod">
          <ac:chgData name="Zachary Randell" userId="4632875424_tp_dropbox_plus" providerId="OAuth2" clId="{94F170DD-8542-47A7-905C-5CC9F103855A}" dt="2026-07-08T22:33:26.013" v="337" actId="1076"/>
          <ac:spMkLst>
            <pc:docMk/>
            <pc:sldMk cId="2849075591" sldId="257"/>
            <ac:spMk id="214" creationId="{E2ED6F38-A368-73CC-F62E-ED3ABCF28C0E}"/>
          </ac:spMkLst>
        </pc:spChg>
        <pc:spChg chg="add mod">
          <ac:chgData name="Zachary Randell" userId="4632875424_tp_dropbox_plus" providerId="OAuth2" clId="{94F170DD-8542-47A7-905C-5CC9F103855A}" dt="2026-07-08T22:36:27.679" v="349" actId="1076"/>
          <ac:spMkLst>
            <pc:docMk/>
            <pc:sldMk cId="2849075591" sldId="257"/>
            <ac:spMk id="215" creationId="{E17981C2-8E90-7FC8-8C06-7DB460966024}"/>
          </ac:spMkLst>
        </pc:spChg>
        <pc:spChg chg="add mod">
          <ac:chgData name="Zachary Randell" userId="4632875424_tp_dropbox_plus" providerId="OAuth2" clId="{94F170DD-8542-47A7-905C-5CC9F103855A}" dt="2026-07-08T22:36:27.679" v="349" actId="1076"/>
          <ac:spMkLst>
            <pc:docMk/>
            <pc:sldMk cId="2849075591" sldId="257"/>
            <ac:spMk id="216" creationId="{E619E826-65E6-D710-4BA3-6FA54527602C}"/>
          </ac:spMkLst>
        </pc:spChg>
        <pc:spChg chg="add mod">
          <ac:chgData name="Zachary Randell" userId="4632875424_tp_dropbox_plus" providerId="OAuth2" clId="{94F170DD-8542-47A7-905C-5CC9F103855A}" dt="2026-07-08T22:36:27.679" v="349" actId="1076"/>
          <ac:spMkLst>
            <pc:docMk/>
            <pc:sldMk cId="2849075591" sldId="257"/>
            <ac:spMk id="217" creationId="{46DC274D-A801-D442-F41A-097722E4A451}"/>
          </ac:spMkLst>
        </pc:spChg>
        <pc:spChg chg="add mod">
          <ac:chgData name="Zachary Randell" userId="4632875424_tp_dropbox_plus" providerId="OAuth2" clId="{94F170DD-8542-47A7-905C-5CC9F103855A}" dt="2026-07-08T22:36:27.679" v="349" actId="1076"/>
          <ac:spMkLst>
            <pc:docMk/>
            <pc:sldMk cId="2849075591" sldId="257"/>
            <ac:spMk id="218" creationId="{9B0AD713-2710-AE06-A13E-7B9E97E68837}"/>
          </ac:spMkLst>
        </pc:spChg>
        <pc:spChg chg="add mod">
          <ac:chgData name="Zachary Randell" userId="4632875424_tp_dropbox_plus" providerId="OAuth2" clId="{94F170DD-8542-47A7-905C-5CC9F103855A}" dt="2026-07-08T22:36:27.679" v="349" actId="1076"/>
          <ac:spMkLst>
            <pc:docMk/>
            <pc:sldMk cId="2849075591" sldId="257"/>
            <ac:spMk id="219" creationId="{BDECCE29-FFBE-D9D5-2F39-2F6E18E6444E}"/>
          </ac:spMkLst>
        </pc:spChg>
        <pc:spChg chg="add mod">
          <ac:chgData name="Zachary Randell" userId="4632875424_tp_dropbox_plus" providerId="OAuth2" clId="{94F170DD-8542-47A7-905C-5CC9F103855A}" dt="2026-07-08T22:37:27.027" v="361" actId="1076"/>
          <ac:spMkLst>
            <pc:docMk/>
            <pc:sldMk cId="2849075591" sldId="257"/>
            <ac:spMk id="220" creationId="{E8D84639-F51D-FC2F-5288-60BA38F6217B}"/>
          </ac:spMkLst>
        </pc:spChg>
        <pc:spChg chg="add mod">
          <ac:chgData name="Zachary Randell" userId="4632875424_tp_dropbox_plus" providerId="OAuth2" clId="{94F170DD-8542-47A7-905C-5CC9F103855A}" dt="2026-07-08T22:37:39.851" v="363"/>
          <ac:spMkLst>
            <pc:docMk/>
            <pc:sldMk cId="2849075591" sldId="257"/>
            <ac:spMk id="221" creationId="{C1C3813F-35AA-4F8F-B979-4324C5D49B70}"/>
          </ac:spMkLst>
        </pc:spChg>
        <pc:spChg chg="add mod">
          <ac:chgData name="Zachary Randell" userId="4632875424_tp_dropbox_plus" providerId="OAuth2" clId="{94F170DD-8542-47A7-905C-5CC9F103855A}" dt="2026-07-08T22:37:39.851" v="363"/>
          <ac:spMkLst>
            <pc:docMk/>
            <pc:sldMk cId="2849075591" sldId="257"/>
            <ac:spMk id="222" creationId="{564B3B1C-2B05-03F8-A0C3-3CB828AA01AC}"/>
          </ac:spMkLst>
        </pc:spChg>
        <pc:spChg chg="add mod">
          <ac:chgData name="Zachary Randell" userId="4632875424_tp_dropbox_plus" providerId="OAuth2" clId="{94F170DD-8542-47A7-905C-5CC9F103855A}" dt="2026-07-08T22:37:52.498" v="367" actId="1076"/>
          <ac:spMkLst>
            <pc:docMk/>
            <pc:sldMk cId="2849075591" sldId="257"/>
            <ac:spMk id="223" creationId="{96784F57-6DDB-F1E3-DA1A-FAAE8627EF27}"/>
          </ac:spMkLst>
        </pc:spChg>
        <pc:spChg chg="add del mod">
          <ac:chgData name="Zachary Randell" userId="4632875424_tp_dropbox_plus" providerId="OAuth2" clId="{94F170DD-8542-47A7-905C-5CC9F103855A}" dt="2026-07-08T22:37:55.830" v="368" actId="478"/>
          <ac:spMkLst>
            <pc:docMk/>
            <pc:sldMk cId="2849075591" sldId="257"/>
            <ac:spMk id="224" creationId="{F03288CA-BAF8-BEA7-9DC3-DF263BFB13C6}"/>
          </ac:spMkLst>
        </pc:spChg>
        <pc:spChg chg="add mod">
          <ac:chgData name="Zachary Randell" userId="4632875424_tp_dropbox_plus" providerId="OAuth2" clId="{94F170DD-8542-47A7-905C-5CC9F103855A}" dt="2026-07-08T22:38:07.046" v="370" actId="1076"/>
          <ac:spMkLst>
            <pc:docMk/>
            <pc:sldMk cId="2849075591" sldId="257"/>
            <ac:spMk id="225" creationId="{D7C5B2B9-1844-E39F-A738-72289CC32AB9}"/>
          </ac:spMkLst>
        </pc:spChg>
        <pc:spChg chg="add mod">
          <ac:chgData name="Zachary Randell" userId="4632875424_tp_dropbox_plus" providerId="OAuth2" clId="{94F170DD-8542-47A7-905C-5CC9F103855A}" dt="2026-07-08T22:38:07.046" v="370" actId="1076"/>
          <ac:spMkLst>
            <pc:docMk/>
            <pc:sldMk cId="2849075591" sldId="257"/>
            <ac:spMk id="226" creationId="{D0CD8B7E-DD3B-CEFB-CFD5-DB3445135E40}"/>
          </ac:spMkLst>
        </pc:spChg>
        <pc:spChg chg="add mod">
          <ac:chgData name="Zachary Randell" userId="4632875424_tp_dropbox_plus" providerId="OAuth2" clId="{94F170DD-8542-47A7-905C-5CC9F103855A}" dt="2026-07-08T22:38:20.572" v="373" actId="1076"/>
          <ac:spMkLst>
            <pc:docMk/>
            <pc:sldMk cId="2849075591" sldId="257"/>
            <ac:spMk id="227" creationId="{1798572C-FB70-EEF2-F3FA-720B930E11A1}"/>
          </ac:spMkLst>
        </pc:spChg>
        <pc:grpChg chg="del">
          <ac:chgData name="Zachary Randell" userId="4632875424_tp_dropbox_plus" providerId="OAuth2" clId="{94F170DD-8542-47A7-905C-5CC9F103855A}" dt="2026-07-08T22:32:32.451" v="329" actId="478"/>
          <ac:grpSpMkLst>
            <pc:docMk/>
            <pc:sldMk cId="2849075591" sldId="257"/>
            <ac:grpSpMk id="61" creationId="{18E167C0-94D7-5A98-3055-6D08EFD01011}"/>
          </ac:grpSpMkLst>
        </pc:grpChg>
        <pc:grpChg chg="del">
          <ac:chgData name="Zachary Randell" userId="4632875424_tp_dropbox_plus" providerId="OAuth2" clId="{94F170DD-8542-47A7-905C-5CC9F103855A}" dt="2026-07-08T22:36:01.927" v="347" actId="478"/>
          <ac:grpSpMkLst>
            <pc:docMk/>
            <pc:sldMk cId="2849075591" sldId="257"/>
            <ac:grpSpMk id="152" creationId="{9C19FC45-9CFF-A7FC-A4EF-37FB2A3031B0}"/>
          </ac:grpSpMkLst>
        </pc:grpChg>
        <pc:grpChg chg="del">
          <ac:chgData name="Zachary Randell" userId="4632875424_tp_dropbox_plus" providerId="OAuth2" clId="{94F170DD-8542-47A7-905C-5CC9F103855A}" dt="2026-07-08T22:37:39.061" v="362" actId="478"/>
          <ac:grpSpMkLst>
            <pc:docMk/>
            <pc:sldMk cId="2849075591" sldId="257"/>
            <ac:grpSpMk id="158" creationId="{5E52FF83-AD58-BAE0-1C33-10976D596311}"/>
          </ac:grpSpMkLst>
        </pc:grpChg>
        <pc:grpChg chg="mod">
          <ac:chgData name="Zachary Randell" userId="4632875424_tp_dropbox_plus" providerId="OAuth2" clId="{94F170DD-8542-47A7-905C-5CC9F103855A}" dt="2026-07-08T22:37:47.091" v="366" actId="1076"/>
          <ac:grpSpMkLst>
            <pc:docMk/>
            <pc:sldMk cId="2849075591" sldId="257"/>
            <ac:grpSpMk id="190" creationId="{84B37B98-A221-73BA-CA61-8102598DD62C}"/>
          </ac:grpSpMkLst>
        </pc:grpChg>
        <pc:grpChg chg="mod">
          <ac:chgData name="Zachary Randell" userId="4632875424_tp_dropbox_plus" providerId="OAuth2" clId="{94F170DD-8542-47A7-905C-5CC9F103855A}" dt="2026-07-08T22:30:50.587" v="314" actId="1035"/>
          <ac:grpSpMkLst>
            <pc:docMk/>
            <pc:sldMk cId="2849075591" sldId="257"/>
            <ac:grpSpMk id="196" creationId="{38C89B93-8867-0EF3-51A5-69464A21CE39}"/>
          </ac:grpSpMkLst>
        </pc:grpChg>
        <pc:picChg chg="del">
          <ac:chgData name="Zachary Randell" userId="4632875424_tp_dropbox_plus" providerId="OAuth2" clId="{94F170DD-8542-47A7-905C-5CC9F103855A}" dt="2026-07-08T22:00:45.775" v="11" actId="478"/>
          <ac:picMkLst>
            <pc:docMk/>
            <pc:sldMk cId="2849075591" sldId="257"/>
            <ac:picMk id="171" creationId="{351EBC78-D79F-E8D3-335B-2283E7A6D3E2}"/>
          </ac:picMkLst>
        </pc:picChg>
        <pc:picChg chg="del">
          <ac:chgData name="Zachary Randell" userId="4632875424_tp_dropbox_plus" providerId="OAuth2" clId="{94F170DD-8542-47A7-905C-5CC9F103855A}" dt="2026-07-08T22:00:47.475" v="12" actId="478"/>
          <ac:picMkLst>
            <pc:docMk/>
            <pc:sldMk cId="2849075591" sldId="257"/>
            <ac:picMk id="172" creationId="{AC7A8F1F-75AA-05FD-2918-D5B9102F4CEE}"/>
          </ac:picMkLst>
        </pc:picChg>
        <pc:picChg chg="del">
          <ac:chgData name="Zachary Randell" userId="4632875424_tp_dropbox_plus" providerId="OAuth2" clId="{94F170DD-8542-47A7-905C-5CC9F103855A}" dt="2026-07-08T22:00:49.278" v="13" actId="478"/>
          <ac:picMkLst>
            <pc:docMk/>
            <pc:sldMk cId="2849075591" sldId="257"/>
            <ac:picMk id="173" creationId="{9602297B-9890-1291-9C8F-02EB6DCD4F5A}"/>
          </ac:picMkLst>
        </pc:picChg>
      </pc:sldChg>
      <pc:sldMasterChg chg="modSp modSldLayout">
        <pc:chgData name="Zachary Randell" userId="4632875424_tp_dropbox_plus" providerId="OAuth2" clId="{94F170DD-8542-47A7-905C-5CC9F103855A}" dt="2026-07-08T22:05:19.882" v="92"/>
        <pc:sldMasterMkLst>
          <pc:docMk/>
          <pc:sldMasterMk cId="1580284056" sldId="2147483648"/>
        </pc:sldMasterMkLst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asterMk cId="1580284056" sldId="2147483648"/>
            <ac:spMk id="2" creationId="{DAF09356-AC00-2248-FAD8-139CDAB0B8C1}"/>
          </ac:spMkLst>
        </pc:spChg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asterMk cId="1580284056" sldId="2147483648"/>
            <ac:spMk id="3" creationId="{C3F43D1F-96B9-3F1E-A247-D3CBD08632E8}"/>
          </ac:spMkLst>
        </pc:spChg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asterMk cId="1580284056" sldId="2147483648"/>
            <ac:spMk id="4" creationId="{7FBCB3C1-3133-6926-CEB1-E4B9E5F2CC8F}"/>
          </ac:spMkLst>
        </pc:spChg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asterMk cId="1580284056" sldId="2147483648"/>
            <ac:spMk id="5" creationId="{B6C063FE-BB49-AC04-787E-E63D968BB8CE}"/>
          </ac:spMkLst>
        </pc:spChg>
        <pc:spChg chg="mod">
          <ac:chgData name="Zachary Randell" userId="4632875424_tp_dropbox_plus" providerId="OAuth2" clId="{94F170DD-8542-47A7-905C-5CC9F103855A}" dt="2026-07-08T22:05:19.882" v="92"/>
          <ac:spMkLst>
            <pc:docMk/>
            <pc:sldMasterMk cId="1580284056" sldId="2147483648"/>
            <ac:spMk id="6" creationId="{70C4F7C2-9C48-C204-32EB-E2BA5565742E}"/>
          </ac:spMkLst>
        </pc:spChg>
        <pc:sldLayoutChg chg="modSp">
          <pc:chgData name="Zachary Randell" userId="4632875424_tp_dropbox_plus" providerId="OAuth2" clId="{94F170DD-8542-47A7-905C-5CC9F103855A}" dt="2026-07-08T22:05:19.882" v="92"/>
          <pc:sldLayoutMkLst>
            <pc:docMk/>
            <pc:sldMasterMk cId="1580284056" sldId="2147483648"/>
            <pc:sldLayoutMk cId="383430719" sldId="2147483649"/>
          </pc:sldLayoutMkLst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383430719" sldId="2147483649"/>
              <ac:spMk id="2" creationId="{A2A7A047-71D4-CF28-2BF4-2B508E57D1C3}"/>
            </ac:spMkLst>
          </pc:spChg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383430719" sldId="2147483649"/>
              <ac:spMk id="3" creationId="{E75D9E69-8B4A-8ACD-A6ED-91FD6C01DAAC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882" v="92"/>
          <pc:sldLayoutMkLst>
            <pc:docMk/>
            <pc:sldMasterMk cId="1580284056" sldId="2147483648"/>
            <pc:sldLayoutMk cId="4180776640" sldId="2147483651"/>
          </pc:sldLayoutMkLst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4180776640" sldId="2147483651"/>
              <ac:spMk id="2" creationId="{C734BE9E-6DDC-91F5-E15E-CF82C0100BD2}"/>
            </ac:spMkLst>
          </pc:spChg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4180776640" sldId="2147483651"/>
              <ac:spMk id="3" creationId="{05135131-4F76-6D11-CCA3-CBF991CEDC57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882" v="92"/>
          <pc:sldLayoutMkLst>
            <pc:docMk/>
            <pc:sldMasterMk cId="1580284056" sldId="2147483648"/>
            <pc:sldLayoutMk cId="1670312656" sldId="2147483652"/>
          </pc:sldLayoutMkLst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1670312656" sldId="2147483652"/>
              <ac:spMk id="3" creationId="{20EDA6FE-1E0A-38DC-4EAD-96A264AF28BD}"/>
            </ac:spMkLst>
          </pc:spChg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1670312656" sldId="2147483652"/>
              <ac:spMk id="4" creationId="{01A19CAE-0FE8-6F29-7DE5-26D3CDE7689B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882" v="92"/>
          <pc:sldLayoutMkLst>
            <pc:docMk/>
            <pc:sldMasterMk cId="1580284056" sldId="2147483648"/>
            <pc:sldLayoutMk cId="2491723160" sldId="2147483653"/>
          </pc:sldLayoutMkLst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2491723160" sldId="2147483653"/>
              <ac:spMk id="2" creationId="{63AB965B-663F-E2DC-C7C4-9DA2B81B53EB}"/>
            </ac:spMkLst>
          </pc:spChg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2491723160" sldId="2147483653"/>
              <ac:spMk id="3" creationId="{A7662A1E-ADEC-09BC-B2A2-FB48CF64E902}"/>
            </ac:spMkLst>
          </pc:spChg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2491723160" sldId="2147483653"/>
              <ac:spMk id="4" creationId="{491C07BB-0C61-6A52-EFCE-C45301D3EC95}"/>
            </ac:spMkLst>
          </pc:spChg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2491723160" sldId="2147483653"/>
              <ac:spMk id="5" creationId="{C6416D0D-C6D5-A2F4-5A37-9EFA2DA1DEDC}"/>
            </ac:spMkLst>
          </pc:spChg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2491723160" sldId="2147483653"/>
              <ac:spMk id="6" creationId="{360D8408-F737-CBD7-1FB3-6FF452DE74F9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882" v="92"/>
          <pc:sldLayoutMkLst>
            <pc:docMk/>
            <pc:sldMasterMk cId="1580284056" sldId="2147483648"/>
            <pc:sldLayoutMk cId="3680763432" sldId="2147483656"/>
          </pc:sldLayoutMkLst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3680763432" sldId="2147483656"/>
              <ac:spMk id="2" creationId="{86BF5BF1-7636-9724-F699-A23E1CE4406A}"/>
            </ac:spMkLst>
          </pc:spChg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3680763432" sldId="2147483656"/>
              <ac:spMk id="3" creationId="{A17D4C17-B416-055E-3618-436A8E1A1BB3}"/>
            </ac:spMkLst>
          </pc:spChg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3680763432" sldId="2147483656"/>
              <ac:spMk id="4" creationId="{6C22AD26-6138-F98C-781C-5D51BFD6D29E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882" v="92"/>
          <pc:sldLayoutMkLst>
            <pc:docMk/>
            <pc:sldMasterMk cId="1580284056" sldId="2147483648"/>
            <pc:sldLayoutMk cId="165316123" sldId="2147483657"/>
          </pc:sldLayoutMkLst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165316123" sldId="2147483657"/>
              <ac:spMk id="2" creationId="{46971730-AC49-ED7A-D5C5-FE61C9965616}"/>
            </ac:spMkLst>
          </pc:spChg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165316123" sldId="2147483657"/>
              <ac:spMk id="3" creationId="{F8D57CDA-41F5-B48A-06D1-43B6B47F0B44}"/>
            </ac:spMkLst>
          </pc:spChg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165316123" sldId="2147483657"/>
              <ac:spMk id="4" creationId="{9ABD4881-9B79-BE8D-57A8-9011F6D32EE8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882" v="92"/>
          <pc:sldLayoutMkLst>
            <pc:docMk/>
            <pc:sldMasterMk cId="1580284056" sldId="2147483648"/>
            <pc:sldLayoutMk cId="657761579" sldId="2147483659"/>
          </pc:sldLayoutMkLst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657761579" sldId="2147483659"/>
              <ac:spMk id="2" creationId="{0158DAD5-A320-6D6A-3210-9358C9D55FE0}"/>
            </ac:spMkLst>
          </pc:spChg>
          <pc:spChg chg="mod">
            <ac:chgData name="Zachary Randell" userId="4632875424_tp_dropbox_plus" providerId="OAuth2" clId="{94F170DD-8542-47A7-905C-5CC9F103855A}" dt="2026-07-08T22:05:19.882" v="92"/>
            <ac:spMkLst>
              <pc:docMk/>
              <pc:sldMasterMk cId="1580284056" sldId="2147483648"/>
              <pc:sldLayoutMk cId="657761579" sldId="2147483659"/>
              <ac:spMk id="3" creationId="{6B493F8D-DDBF-A3A2-9195-39841FC03450}"/>
            </ac:spMkLst>
          </pc:spChg>
        </pc:sldLayoutChg>
      </pc:sldMasterChg>
      <pc:sldMasterChg chg="modSp modSldLayout">
        <pc:chgData name="Zachary Randell" userId="4632875424_tp_dropbox_plus" providerId="OAuth2" clId="{94F170DD-8542-47A7-905C-5CC9F103855A}" dt="2026-07-08T22:05:19.604" v="91"/>
        <pc:sldMasterMkLst>
          <pc:docMk/>
          <pc:sldMasterMk cId="736395924" sldId="2147483660"/>
        </pc:sldMasterMkLst>
        <pc:spChg chg="mod">
          <ac:chgData name="Zachary Randell" userId="4632875424_tp_dropbox_plus" providerId="OAuth2" clId="{94F170DD-8542-47A7-905C-5CC9F103855A}" dt="2026-07-08T22:05:19.604" v="91"/>
          <ac:spMkLst>
            <pc:docMk/>
            <pc:sldMasterMk cId="736395924" sldId="2147483660"/>
            <ac:spMk id="2" creationId="{00000000-0000-0000-0000-000000000000}"/>
          </ac:spMkLst>
        </pc:spChg>
        <pc:spChg chg="mod">
          <ac:chgData name="Zachary Randell" userId="4632875424_tp_dropbox_plus" providerId="OAuth2" clId="{94F170DD-8542-47A7-905C-5CC9F103855A}" dt="2026-07-08T22:05:19.604" v="91"/>
          <ac:spMkLst>
            <pc:docMk/>
            <pc:sldMasterMk cId="736395924" sldId="2147483660"/>
            <ac:spMk id="3" creationId="{00000000-0000-0000-0000-000000000000}"/>
          </ac:spMkLst>
        </pc:spChg>
        <pc:spChg chg="mod">
          <ac:chgData name="Zachary Randell" userId="4632875424_tp_dropbox_plus" providerId="OAuth2" clId="{94F170DD-8542-47A7-905C-5CC9F103855A}" dt="2026-07-08T22:05:19.604" v="91"/>
          <ac:spMkLst>
            <pc:docMk/>
            <pc:sldMasterMk cId="736395924" sldId="2147483660"/>
            <ac:spMk id="4" creationId="{00000000-0000-0000-0000-000000000000}"/>
          </ac:spMkLst>
        </pc:spChg>
        <pc:spChg chg="mod">
          <ac:chgData name="Zachary Randell" userId="4632875424_tp_dropbox_plus" providerId="OAuth2" clId="{94F170DD-8542-47A7-905C-5CC9F103855A}" dt="2026-07-08T22:05:19.604" v="91"/>
          <ac:spMkLst>
            <pc:docMk/>
            <pc:sldMasterMk cId="736395924" sldId="2147483660"/>
            <ac:spMk id="5" creationId="{00000000-0000-0000-0000-000000000000}"/>
          </ac:spMkLst>
        </pc:spChg>
        <pc:spChg chg="mod">
          <ac:chgData name="Zachary Randell" userId="4632875424_tp_dropbox_plus" providerId="OAuth2" clId="{94F170DD-8542-47A7-905C-5CC9F103855A}" dt="2026-07-08T22:05:19.604" v="91"/>
          <ac:spMkLst>
            <pc:docMk/>
            <pc:sldMasterMk cId="736395924" sldId="2147483660"/>
            <ac:spMk id="6" creationId="{00000000-0000-0000-0000-000000000000}"/>
          </ac:spMkLst>
        </pc:spChg>
        <pc:sldLayoutChg chg="modSp">
          <pc:chgData name="Zachary Randell" userId="4632875424_tp_dropbox_plus" providerId="OAuth2" clId="{94F170DD-8542-47A7-905C-5CC9F103855A}" dt="2026-07-08T22:05:19.604" v="91"/>
          <pc:sldLayoutMkLst>
            <pc:docMk/>
            <pc:sldMasterMk cId="736395924" sldId="2147483660"/>
            <pc:sldLayoutMk cId="679561916" sldId="2147483661"/>
          </pc:sldLayoutMkLst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679561916" sldId="2147483661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679561916" sldId="2147483661"/>
              <ac:spMk id="3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604" v="91"/>
          <pc:sldLayoutMkLst>
            <pc:docMk/>
            <pc:sldMasterMk cId="736395924" sldId="2147483660"/>
            <pc:sldLayoutMk cId="4096108822" sldId="2147483663"/>
          </pc:sldLayoutMkLst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4096108822" sldId="2147483663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4096108822" sldId="2147483663"/>
              <ac:spMk id="3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604" v="91"/>
          <pc:sldLayoutMkLst>
            <pc:docMk/>
            <pc:sldMasterMk cId="736395924" sldId="2147483660"/>
            <pc:sldLayoutMk cId="1330301549" sldId="2147483664"/>
          </pc:sldLayoutMkLst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1330301549" sldId="2147483664"/>
              <ac:spMk id="3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1330301549" sldId="2147483664"/>
              <ac:spMk id="4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604" v="91"/>
          <pc:sldLayoutMkLst>
            <pc:docMk/>
            <pc:sldMasterMk cId="736395924" sldId="2147483660"/>
            <pc:sldLayoutMk cId="2958838779" sldId="2147483665"/>
          </pc:sldLayoutMkLst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2958838779" sldId="2147483665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2958838779" sldId="2147483665"/>
              <ac:spMk id="3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2958838779" sldId="2147483665"/>
              <ac:spMk id="4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2958838779" sldId="2147483665"/>
              <ac:spMk id="5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2958838779" sldId="2147483665"/>
              <ac:spMk id="6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604" v="91"/>
          <pc:sldLayoutMkLst>
            <pc:docMk/>
            <pc:sldMasterMk cId="736395924" sldId="2147483660"/>
            <pc:sldLayoutMk cId="1425740529" sldId="2147483668"/>
          </pc:sldLayoutMkLst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1425740529" sldId="2147483668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1425740529" sldId="2147483668"/>
              <ac:spMk id="3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1425740529" sldId="2147483668"/>
              <ac:spMk id="4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604" v="91"/>
          <pc:sldLayoutMkLst>
            <pc:docMk/>
            <pc:sldMasterMk cId="736395924" sldId="2147483660"/>
            <pc:sldLayoutMk cId="1335625484" sldId="2147483669"/>
          </pc:sldLayoutMkLst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1335625484" sldId="2147483669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1335625484" sldId="2147483669"/>
              <ac:spMk id="3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1335625484" sldId="2147483669"/>
              <ac:spMk id="4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604" v="91"/>
          <pc:sldLayoutMkLst>
            <pc:docMk/>
            <pc:sldMasterMk cId="736395924" sldId="2147483660"/>
            <pc:sldLayoutMk cId="1161196129" sldId="2147483671"/>
          </pc:sldLayoutMkLst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1161196129" sldId="2147483671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604" v="91"/>
            <ac:spMkLst>
              <pc:docMk/>
              <pc:sldMasterMk cId="736395924" sldId="2147483660"/>
              <pc:sldLayoutMk cId="1161196129" sldId="2147483671"/>
              <ac:spMk id="3" creationId="{00000000-0000-0000-0000-000000000000}"/>
            </ac:spMkLst>
          </pc:spChg>
        </pc:sldLayoutChg>
      </pc:sldMasterChg>
      <pc:sldMasterChg chg="modSp modSldLayout">
        <pc:chgData name="Zachary Randell" userId="4632875424_tp_dropbox_plus" providerId="OAuth2" clId="{94F170DD-8542-47A7-905C-5CC9F103855A}" dt="2026-07-08T22:05:19.313" v="90"/>
        <pc:sldMasterMkLst>
          <pc:docMk/>
          <pc:sldMasterMk cId="1786950583" sldId="2147483672"/>
        </pc:sldMasterMkLst>
        <pc:spChg chg="mod">
          <ac:chgData name="Zachary Randell" userId="4632875424_tp_dropbox_plus" providerId="OAuth2" clId="{94F170DD-8542-47A7-905C-5CC9F103855A}" dt="2026-07-08T22:05:19.313" v="90"/>
          <ac:spMkLst>
            <pc:docMk/>
            <pc:sldMasterMk cId="1786950583" sldId="2147483672"/>
            <ac:spMk id="2" creationId="{00000000-0000-0000-0000-000000000000}"/>
          </ac:spMkLst>
        </pc:spChg>
        <pc:spChg chg="mod">
          <ac:chgData name="Zachary Randell" userId="4632875424_tp_dropbox_plus" providerId="OAuth2" clId="{94F170DD-8542-47A7-905C-5CC9F103855A}" dt="2026-07-08T22:05:19.313" v="90"/>
          <ac:spMkLst>
            <pc:docMk/>
            <pc:sldMasterMk cId="1786950583" sldId="2147483672"/>
            <ac:spMk id="3" creationId="{00000000-0000-0000-0000-000000000000}"/>
          </ac:spMkLst>
        </pc:spChg>
        <pc:spChg chg="mod">
          <ac:chgData name="Zachary Randell" userId="4632875424_tp_dropbox_plus" providerId="OAuth2" clId="{94F170DD-8542-47A7-905C-5CC9F103855A}" dt="2026-07-08T22:05:19.313" v="90"/>
          <ac:spMkLst>
            <pc:docMk/>
            <pc:sldMasterMk cId="1786950583" sldId="2147483672"/>
            <ac:spMk id="4" creationId="{00000000-0000-0000-0000-000000000000}"/>
          </ac:spMkLst>
        </pc:spChg>
        <pc:spChg chg="mod">
          <ac:chgData name="Zachary Randell" userId="4632875424_tp_dropbox_plus" providerId="OAuth2" clId="{94F170DD-8542-47A7-905C-5CC9F103855A}" dt="2026-07-08T22:05:19.313" v="90"/>
          <ac:spMkLst>
            <pc:docMk/>
            <pc:sldMasterMk cId="1786950583" sldId="2147483672"/>
            <ac:spMk id="5" creationId="{00000000-0000-0000-0000-000000000000}"/>
          </ac:spMkLst>
        </pc:spChg>
        <pc:spChg chg="mod">
          <ac:chgData name="Zachary Randell" userId="4632875424_tp_dropbox_plus" providerId="OAuth2" clId="{94F170DD-8542-47A7-905C-5CC9F103855A}" dt="2026-07-08T22:05:19.313" v="90"/>
          <ac:spMkLst>
            <pc:docMk/>
            <pc:sldMasterMk cId="1786950583" sldId="2147483672"/>
            <ac:spMk id="6" creationId="{00000000-0000-0000-0000-000000000000}"/>
          </ac:spMkLst>
        </pc:spChg>
        <pc:sldLayoutChg chg="modSp">
          <pc:chgData name="Zachary Randell" userId="4632875424_tp_dropbox_plus" providerId="OAuth2" clId="{94F170DD-8542-47A7-905C-5CC9F103855A}" dt="2026-07-08T22:05:19.313" v="90"/>
          <pc:sldLayoutMkLst>
            <pc:docMk/>
            <pc:sldMasterMk cId="1786950583" sldId="2147483672"/>
            <pc:sldLayoutMk cId="1455868999" sldId="2147483673"/>
          </pc:sldLayoutMkLst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1455868999" sldId="2147483673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1455868999" sldId="2147483673"/>
              <ac:spMk id="3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313" v="90"/>
          <pc:sldLayoutMkLst>
            <pc:docMk/>
            <pc:sldMasterMk cId="1786950583" sldId="2147483672"/>
            <pc:sldLayoutMk cId="3044052445" sldId="2147483675"/>
          </pc:sldLayoutMkLst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3044052445" sldId="2147483675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3044052445" sldId="2147483675"/>
              <ac:spMk id="3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313" v="90"/>
          <pc:sldLayoutMkLst>
            <pc:docMk/>
            <pc:sldMasterMk cId="1786950583" sldId="2147483672"/>
            <pc:sldLayoutMk cId="3167539355" sldId="2147483676"/>
          </pc:sldLayoutMkLst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3167539355" sldId="2147483676"/>
              <ac:spMk id="3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3167539355" sldId="2147483676"/>
              <ac:spMk id="4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313" v="90"/>
          <pc:sldLayoutMkLst>
            <pc:docMk/>
            <pc:sldMasterMk cId="1786950583" sldId="2147483672"/>
            <pc:sldLayoutMk cId="2913347946" sldId="2147483677"/>
          </pc:sldLayoutMkLst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2913347946" sldId="2147483677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2913347946" sldId="2147483677"/>
              <ac:spMk id="3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2913347946" sldId="2147483677"/>
              <ac:spMk id="4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2913347946" sldId="2147483677"/>
              <ac:spMk id="5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2913347946" sldId="2147483677"/>
              <ac:spMk id="6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313" v="90"/>
          <pc:sldLayoutMkLst>
            <pc:docMk/>
            <pc:sldMasterMk cId="1786950583" sldId="2147483672"/>
            <pc:sldLayoutMk cId="1516895722" sldId="2147483680"/>
          </pc:sldLayoutMkLst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1516895722" sldId="2147483680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1516895722" sldId="2147483680"/>
              <ac:spMk id="3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1516895722" sldId="2147483680"/>
              <ac:spMk id="4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313" v="90"/>
          <pc:sldLayoutMkLst>
            <pc:docMk/>
            <pc:sldMasterMk cId="1786950583" sldId="2147483672"/>
            <pc:sldLayoutMk cId="4018023599" sldId="2147483681"/>
          </pc:sldLayoutMkLst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4018023599" sldId="2147483681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4018023599" sldId="2147483681"/>
              <ac:spMk id="3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4018023599" sldId="2147483681"/>
              <ac:spMk id="4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9.313" v="90"/>
          <pc:sldLayoutMkLst>
            <pc:docMk/>
            <pc:sldMasterMk cId="1786950583" sldId="2147483672"/>
            <pc:sldLayoutMk cId="4147938972" sldId="2147483683"/>
          </pc:sldLayoutMkLst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4147938972" sldId="2147483683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9.313" v="90"/>
            <ac:spMkLst>
              <pc:docMk/>
              <pc:sldMasterMk cId="1786950583" sldId="2147483672"/>
              <pc:sldLayoutMk cId="4147938972" sldId="2147483683"/>
              <ac:spMk id="3" creationId="{00000000-0000-0000-0000-000000000000}"/>
            </ac:spMkLst>
          </pc:spChg>
        </pc:sldLayoutChg>
      </pc:sldMasterChg>
      <pc:sldMasterChg chg="modSp modSldLayout">
        <pc:chgData name="Zachary Randell" userId="4632875424_tp_dropbox_plus" providerId="OAuth2" clId="{94F170DD-8542-47A7-905C-5CC9F103855A}" dt="2026-07-08T22:05:18.894" v="89"/>
        <pc:sldMasterMkLst>
          <pc:docMk/>
          <pc:sldMasterMk cId="738123879" sldId="2147483684"/>
        </pc:sldMasterMkLst>
        <pc:spChg chg="mod">
          <ac:chgData name="Zachary Randell" userId="4632875424_tp_dropbox_plus" providerId="OAuth2" clId="{94F170DD-8542-47A7-905C-5CC9F103855A}" dt="2026-07-08T22:05:18.894" v="89"/>
          <ac:spMkLst>
            <pc:docMk/>
            <pc:sldMasterMk cId="738123879" sldId="2147483684"/>
            <ac:spMk id="2" creationId="{00000000-0000-0000-0000-000000000000}"/>
          </ac:spMkLst>
        </pc:spChg>
        <pc:spChg chg="mod">
          <ac:chgData name="Zachary Randell" userId="4632875424_tp_dropbox_plus" providerId="OAuth2" clId="{94F170DD-8542-47A7-905C-5CC9F103855A}" dt="2026-07-08T22:05:18.894" v="89"/>
          <ac:spMkLst>
            <pc:docMk/>
            <pc:sldMasterMk cId="738123879" sldId="2147483684"/>
            <ac:spMk id="3" creationId="{00000000-0000-0000-0000-000000000000}"/>
          </ac:spMkLst>
        </pc:spChg>
        <pc:spChg chg="mod">
          <ac:chgData name="Zachary Randell" userId="4632875424_tp_dropbox_plus" providerId="OAuth2" clId="{94F170DD-8542-47A7-905C-5CC9F103855A}" dt="2026-07-08T22:05:18.894" v="89"/>
          <ac:spMkLst>
            <pc:docMk/>
            <pc:sldMasterMk cId="738123879" sldId="2147483684"/>
            <ac:spMk id="4" creationId="{00000000-0000-0000-0000-000000000000}"/>
          </ac:spMkLst>
        </pc:spChg>
        <pc:spChg chg="mod">
          <ac:chgData name="Zachary Randell" userId="4632875424_tp_dropbox_plus" providerId="OAuth2" clId="{94F170DD-8542-47A7-905C-5CC9F103855A}" dt="2026-07-08T22:05:18.894" v="89"/>
          <ac:spMkLst>
            <pc:docMk/>
            <pc:sldMasterMk cId="738123879" sldId="2147483684"/>
            <ac:spMk id="5" creationId="{00000000-0000-0000-0000-000000000000}"/>
          </ac:spMkLst>
        </pc:spChg>
        <pc:spChg chg="mod">
          <ac:chgData name="Zachary Randell" userId="4632875424_tp_dropbox_plus" providerId="OAuth2" clId="{94F170DD-8542-47A7-905C-5CC9F103855A}" dt="2026-07-08T22:05:18.894" v="89"/>
          <ac:spMkLst>
            <pc:docMk/>
            <pc:sldMasterMk cId="738123879" sldId="2147483684"/>
            <ac:spMk id="6" creationId="{00000000-0000-0000-0000-000000000000}"/>
          </ac:spMkLst>
        </pc:spChg>
        <pc:sldLayoutChg chg="modSp">
          <pc:chgData name="Zachary Randell" userId="4632875424_tp_dropbox_plus" providerId="OAuth2" clId="{94F170DD-8542-47A7-905C-5CC9F103855A}" dt="2026-07-08T22:05:18.894" v="89"/>
          <pc:sldLayoutMkLst>
            <pc:docMk/>
            <pc:sldMasterMk cId="738123879" sldId="2147483684"/>
            <pc:sldLayoutMk cId="2306474054" sldId="2147483685"/>
          </pc:sldLayoutMkLst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2306474054" sldId="2147483685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2306474054" sldId="2147483685"/>
              <ac:spMk id="3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8.894" v="89"/>
          <pc:sldLayoutMkLst>
            <pc:docMk/>
            <pc:sldMasterMk cId="738123879" sldId="2147483684"/>
            <pc:sldLayoutMk cId="3584659966" sldId="2147483687"/>
          </pc:sldLayoutMkLst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3584659966" sldId="2147483687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3584659966" sldId="2147483687"/>
              <ac:spMk id="3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8.894" v="89"/>
          <pc:sldLayoutMkLst>
            <pc:docMk/>
            <pc:sldMasterMk cId="738123879" sldId="2147483684"/>
            <pc:sldLayoutMk cId="1127362917" sldId="2147483688"/>
          </pc:sldLayoutMkLst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1127362917" sldId="2147483688"/>
              <ac:spMk id="3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1127362917" sldId="2147483688"/>
              <ac:spMk id="4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8.894" v="89"/>
          <pc:sldLayoutMkLst>
            <pc:docMk/>
            <pc:sldMasterMk cId="738123879" sldId="2147483684"/>
            <pc:sldLayoutMk cId="1462585153" sldId="2147483689"/>
          </pc:sldLayoutMkLst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1462585153" sldId="2147483689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1462585153" sldId="2147483689"/>
              <ac:spMk id="3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1462585153" sldId="2147483689"/>
              <ac:spMk id="4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1462585153" sldId="2147483689"/>
              <ac:spMk id="5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1462585153" sldId="2147483689"/>
              <ac:spMk id="6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8.894" v="89"/>
          <pc:sldLayoutMkLst>
            <pc:docMk/>
            <pc:sldMasterMk cId="738123879" sldId="2147483684"/>
            <pc:sldLayoutMk cId="2167456739" sldId="2147483692"/>
          </pc:sldLayoutMkLst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2167456739" sldId="2147483692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2167456739" sldId="2147483692"/>
              <ac:spMk id="3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2167456739" sldId="2147483692"/>
              <ac:spMk id="4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8.894" v="89"/>
          <pc:sldLayoutMkLst>
            <pc:docMk/>
            <pc:sldMasterMk cId="738123879" sldId="2147483684"/>
            <pc:sldLayoutMk cId="2856723686" sldId="2147483693"/>
          </pc:sldLayoutMkLst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2856723686" sldId="2147483693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2856723686" sldId="2147483693"/>
              <ac:spMk id="3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2856723686" sldId="2147483693"/>
              <ac:spMk id="4" creationId="{00000000-0000-0000-0000-000000000000}"/>
            </ac:spMkLst>
          </pc:spChg>
        </pc:sldLayoutChg>
        <pc:sldLayoutChg chg="modSp">
          <pc:chgData name="Zachary Randell" userId="4632875424_tp_dropbox_plus" providerId="OAuth2" clId="{94F170DD-8542-47A7-905C-5CC9F103855A}" dt="2026-07-08T22:05:18.894" v="89"/>
          <pc:sldLayoutMkLst>
            <pc:docMk/>
            <pc:sldMasterMk cId="738123879" sldId="2147483684"/>
            <pc:sldLayoutMk cId="3302967944" sldId="2147483695"/>
          </pc:sldLayoutMkLst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3302967944" sldId="2147483695"/>
              <ac:spMk id="2" creationId="{00000000-0000-0000-0000-000000000000}"/>
            </ac:spMkLst>
          </pc:spChg>
          <pc:spChg chg="mod">
            <ac:chgData name="Zachary Randell" userId="4632875424_tp_dropbox_plus" providerId="OAuth2" clId="{94F170DD-8542-47A7-905C-5CC9F103855A}" dt="2026-07-08T22:05:18.894" v="89"/>
            <ac:spMkLst>
              <pc:docMk/>
              <pc:sldMasterMk cId="738123879" sldId="2147483684"/>
              <pc:sldLayoutMk cId="3302967944" sldId="2147483695"/>
              <ac:spMk id="3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F5B7E5-F99F-471B-B3DE-57965D1045F7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50900" y="1143000"/>
            <a:ext cx="51562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030E6D-7FE3-462C-B750-98356D50DC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3529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165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1pPr>
    <a:lvl2pPr marL="457083" algn="l" defTabSz="914165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2pPr>
    <a:lvl3pPr marL="914165" algn="l" defTabSz="914165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3pPr>
    <a:lvl4pPr marL="1371248" algn="l" defTabSz="914165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4pPr>
    <a:lvl5pPr marL="1828330" algn="l" defTabSz="914165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5pPr>
    <a:lvl6pPr marL="2285413" algn="l" defTabSz="914165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6pPr>
    <a:lvl7pPr marL="2742494" algn="l" defTabSz="914165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7pPr>
    <a:lvl8pPr marL="3199578" algn="l" defTabSz="914165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8pPr>
    <a:lvl9pPr marL="3656658" algn="l" defTabSz="914165" rtl="0" eaLnBrk="1" latinLnBrk="0" hangingPunct="1">
      <a:defRPr sz="119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50900" y="1143000"/>
            <a:ext cx="51562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030E6D-7FE3-462C-B750-98356D50DCE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4048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94421" y="1092486"/>
            <a:ext cx="8366522" cy="2324041"/>
          </a:xfrm>
        </p:spPr>
        <p:txBody>
          <a:bodyPr anchor="b"/>
          <a:lstStyle>
            <a:lvl1pPr algn="ctr">
              <a:defRPr sz="549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94421" y="3506151"/>
            <a:ext cx="8366522" cy="1611685"/>
          </a:xfrm>
        </p:spPr>
        <p:txBody>
          <a:bodyPr/>
          <a:lstStyle>
            <a:lvl1pPr marL="0" indent="0" algn="ctr">
              <a:buNone/>
              <a:defRPr sz="2196"/>
            </a:lvl1pPr>
            <a:lvl2pPr marL="418338" indent="0" algn="ctr">
              <a:buNone/>
              <a:defRPr sz="1830"/>
            </a:lvl2pPr>
            <a:lvl3pPr marL="836676" indent="0" algn="ctr">
              <a:buNone/>
              <a:defRPr sz="1647"/>
            </a:lvl3pPr>
            <a:lvl4pPr marL="1255014" indent="0" algn="ctr">
              <a:buNone/>
              <a:defRPr sz="1464"/>
            </a:lvl4pPr>
            <a:lvl5pPr marL="1673352" indent="0" algn="ctr">
              <a:buNone/>
              <a:defRPr sz="1464"/>
            </a:lvl5pPr>
            <a:lvl6pPr marL="2091690" indent="0" algn="ctr">
              <a:buNone/>
              <a:defRPr sz="1464"/>
            </a:lvl6pPr>
            <a:lvl7pPr marL="2510028" indent="0" algn="ctr">
              <a:buNone/>
              <a:defRPr sz="1464"/>
            </a:lvl7pPr>
            <a:lvl8pPr marL="2928366" indent="0" algn="ctr">
              <a:buNone/>
              <a:defRPr sz="1464"/>
            </a:lvl8pPr>
            <a:lvl9pPr marL="3346704" indent="0" algn="ctr">
              <a:buNone/>
              <a:defRPr sz="146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8197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112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1121" y="1664225"/>
            <a:ext cx="9621501" cy="2776796"/>
          </a:xfrm>
        </p:spPr>
        <p:txBody>
          <a:bodyPr anchor="b"/>
          <a:lstStyle>
            <a:lvl1pPr>
              <a:defRPr sz="549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1121" y="4467290"/>
            <a:ext cx="9621501" cy="1460252"/>
          </a:xfrm>
        </p:spPr>
        <p:txBody>
          <a:bodyPr/>
          <a:lstStyle>
            <a:lvl1pPr marL="0" indent="0">
              <a:buNone/>
              <a:defRPr sz="2196">
                <a:solidFill>
                  <a:schemeClr val="tx1">
                    <a:tint val="82000"/>
                  </a:schemeClr>
                </a:solidFill>
              </a:defRPr>
            </a:lvl1pPr>
            <a:lvl2pPr marL="418338" indent="0">
              <a:buNone/>
              <a:defRPr sz="1830">
                <a:solidFill>
                  <a:schemeClr val="tx1">
                    <a:tint val="82000"/>
                  </a:schemeClr>
                </a:solidFill>
              </a:defRPr>
            </a:lvl2pPr>
            <a:lvl3pPr marL="836676" indent="0">
              <a:buNone/>
              <a:defRPr sz="1647">
                <a:solidFill>
                  <a:schemeClr val="tx1">
                    <a:tint val="82000"/>
                  </a:schemeClr>
                </a:solidFill>
              </a:defRPr>
            </a:lvl3pPr>
            <a:lvl4pPr marL="1255014" indent="0">
              <a:buNone/>
              <a:defRPr sz="1464">
                <a:solidFill>
                  <a:schemeClr val="tx1">
                    <a:tint val="82000"/>
                  </a:schemeClr>
                </a:solidFill>
              </a:defRPr>
            </a:lvl4pPr>
            <a:lvl5pPr marL="1673352" indent="0">
              <a:buNone/>
              <a:defRPr sz="1464">
                <a:solidFill>
                  <a:schemeClr val="tx1">
                    <a:tint val="82000"/>
                  </a:schemeClr>
                </a:solidFill>
              </a:defRPr>
            </a:lvl5pPr>
            <a:lvl6pPr marL="2091690" indent="0">
              <a:buNone/>
              <a:defRPr sz="1464">
                <a:solidFill>
                  <a:schemeClr val="tx1">
                    <a:tint val="82000"/>
                  </a:schemeClr>
                </a:solidFill>
              </a:defRPr>
            </a:lvl6pPr>
            <a:lvl7pPr marL="2510028" indent="0">
              <a:buNone/>
              <a:defRPr sz="1464">
                <a:solidFill>
                  <a:schemeClr val="tx1">
                    <a:tint val="82000"/>
                  </a:schemeClr>
                </a:solidFill>
              </a:defRPr>
            </a:lvl7pPr>
            <a:lvl8pPr marL="2928366" indent="0">
              <a:buNone/>
              <a:defRPr sz="1464">
                <a:solidFill>
                  <a:schemeClr val="tx1">
                    <a:tint val="82000"/>
                  </a:schemeClr>
                </a:solidFill>
              </a:defRPr>
            </a:lvl8pPr>
            <a:lvl9pPr marL="3346704" indent="0">
              <a:buNone/>
              <a:defRPr sz="146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9593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6931" y="1777026"/>
            <a:ext cx="4741029" cy="4235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47403" y="1777026"/>
            <a:ext cx="4741029" cy="4235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3133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84" y="355406"/>
            <a:ext cx="9621501" cy="12902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385" y="1636410"/>
            <a:ext cx="4719241" cy="801979"/>
          </a:xfrm>
        </p:spPr>
        <p:txBody>
          <a:bodyPr anchor="b"/>
          <a:lstStyle>
            <a:lvl1pPr marL="0" indent="0">
              <a:buNone/>
              <a:defRPr sz="2196" b="1"/>
            </a:lvl1pPr>
            <a:lvl2pPr marL="418338" indent="0">
              <a:buNone/>
              <a:defRPr sz="1830" b="1"/>
            </a:lvl2pPr>
            <a:lvl3pPr marL="836676" indent="0">
              <a:buNone/>
              <a:defRPr sz="1647" b="1"/>
            </a:lvl3pPr>
            <a:lvl4pPr marL="1255014" indent="0">
              <a:buNone/>
              <a:defRPr sz="1464" b="1"/>
            </a:lvl4pPr>
            <a:lvl5pPr marL="1673352" indent="0">
              <a:buNone/>
              <a:defRPr sz="1464" b="1"/>
            </a:lvl5pPr>
            <a:lvl6pPr marL="2091690" indent="0">
              <a:buNone/>
              <a:defRPr sz="1464" b="1"/>
            </a:lvl6pPr>
            <a:lvl7pPr marL="2510028" indent="0">
              <a:buNone/>
              <a:defRPr sz="1464" b="1"/>
            </a:lvl7pPr>
            <a:lvl8pPr marL="2928366" indent="0">
              <a:buNone/>
              <a:defRPr sz="1464" b="1"/>
            </a:lvl8pPr>
            <a:lvl9pPr marL="3346704" indent="0">
              <a:buNone/>
              <a:defRPr sz="14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385" y="2438389"/>
            <a:ext cx="4719241" cy="35865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47403" y="1636410"/>
            <a:ext cx="4742482" cy="801979"/>
          </a:xfrm>
        </p:spPr>
        <p:txBody>
          <a:bodyPr anchor="b"/>
          <a:lstStyle>
            <a:lvl1pPr marL="0" indent="0">
              <a:buNone/>
              <a:defRPr sz="2196" b="1"/>
            </a:lvl1pPr>
            <a:lvl2pPr marL="418338" indent="0">
              <a:buNone/>
              <a:defRPr sz="1830" b="1"/>
            </a:lvl2pPr>
            <a:lvl3pPr marL="836676" indent="0">
              <a:buNone/>
              <a:defRPr sz="1647" b="1"/>
            </a:lvl3pPr>
            <a:lvl4pPr marL="1255014" indent="0">
              <a:buNone/>
              <a:defRPr sz="1464" b="1"/>
            </a:lvl4pPr>
            <a:lvl5pPr marL="1673352" indent="0">
              <a:buNone/>
              <a:defRPr sz="1464" b="1"/>
            </a:lvl5pPr>
            <a:lvl6pPr marL="2091690" indent="0">
              <a:buNone/>
              <a:defRPr sz="1464" b="1"/>
            </a:lvl6pPr>
            <a:lvl7pPr marL="2510028" indent="0">
              <a:buNone/>
              <a:defRPr sz="1464" b="1"/>
            </a:lvl7pPr>
            <a:lvl8pPr marL="2928366" indent="0">
              <a:buNone/>
              <a:defRPr sz="1464" b="1"/>
            </a:lvl8pPr>
            <a:lvl9pPr marL="3346704" indent="0">
              <a:buNone/>
              <a:defRPr sz="14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47403" y="2438389"/>
            <a:ext cx="4742482" cy="35865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5174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951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89847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84" y="445029"/>
            <a:ext cx="3597895" cy="1557602"/>
          </a:xfrm>
        </p:spPr>
        <p:txBody>
          <a:bodyPr anchor="b"/>
          <a:lstStyle>
            <a:lvl1pPr>
              <a:defRPr sz="292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42482" y="961140"/>
            <a:ext cx="5647403" cy="4743888"/>
          </a:xfrm>
        </p:spPr>
        <p:txBody>
          <a:bodyPr/>
          <a:lstStyle>
            <a:lvl1pPr>
              <a:defRPr sz="2928"/>
            </a:lvl1pPr>
            <a:lvl2pPr>
              <a:defRPr sz="2562"/>
            </a:lvl2pPr>
            <a:lvl3pPr>
              <a:defRPr sz="2196"/>
            </a:lvl3pPr>
            <a:lvl4pPr>
              <a:defRPr sz="1830"/>
            </a:lvl4pPr>
            <a:lvl5pPr>
              <a:defRPr sz="1830"/>
            </a:lvl5pPr>
            <a:lvl6pPr>
              <a:defRPr sz="1830"/>
            </a:lvl6pPr>
            <a:lvl7pPr>
              <a:defRPr sz="1830"/>
            </a:lvl7pPr>
            <a:lvl8pPr>
              <a:defRPr sz="1830"/>
            </a:lvl8pPr>
            <a:lvl9pPr>
              <a:defRPr sz="183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384" y="2002632"/>
            <a:ext cx="3597895" cy="3710122"/>
          </a:xfrm>
        </p:spPr>
        <p:txBody>
          <a:bodyPr/>
          <a:lstStyle>
            <a:lvl1pPr marL="0" indent="0">
              <a:buNone/>
              <a:defRPr sz="1464"/>
            </a:lvl1pPr>
            <a:lvl2pPr marL="418338" indent="0">
              <a:buNone/>
              <a:defRPr sz="1281"/>
            </a:lvl2pPr>
            <a:lvl3pPr marL="836676" indent="0">
              <a:buNone/>
              <a:defRPr sz="1098"/>
            </a:lvl3pPr>
            <a:lvl4pPr marL="1255014" indent="0">
              <a:buNone/>
              <a:defRPr sz="915"/>
            </a:lvl4pPr>
            <a:lvl5pPr marL="1673352" indent="0">
              <a:buNone/>
              <a:defRPr sz="915"/>
            </a:lvl5pPr>
            <a:lvl6pPr marL="2091690" indent="0">
              <a:buNone/>
              <a:defRPr sz="915"/>
            </a:lvl6pPr>
            <a:lvl7pPr marL="2510028" indent="0">
              <a:buNone/>
              <a:defRPr sz="915"/>
            </a:lvl7pPr>
            <a:lvl8pPr marL="2928366" indent="0">
              <a:buNone/>
              <a:defRPr sz="915"/>
            </a:lvl8pPr>
            <a:lvl9pPr marL="3346704" indent="0">
              <a:buNone/>
              <a:defRPr sz="91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8031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384" y="445029"/>
            <a:ext cx="3597895" cy="1557602"/>
          </a:xfrm>
        </p:spPr>
        <p:txBody>
          <a:bodyPr anchor="b"/>
          <a:lstStyle>
            <a:lvl1pPr>
              <a:defRPr sz="292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742482" y="961140"/>
            <a:ext cx="5647403" cy="4743888"/>
          </a:xfrm>
        </p:spPr>
        <p:txBody>
          <a:bodyPr anchor="t"/>
          <a:lstStyle>
            <a:lvl1pPr marL="0" indent="0">
              <a:buNone/>
              <a:defRPr sz="2928"/>
            </a:lvl1pPr>
            <a:lvl2pPr marL="418338" indent="0">
              <a:buNone/>
              <a:defRPr sz="2562"/>
            </a:lvl2pPr>
            <a:lvl3pPr marL="836676" indent="0">
              <a:buNone/>
              <a:defRPr sz="2196"/>
            </a:lvl3pPr>
            <a:lvl4pPr marL="1255014" indent="0">
              <a:buNone/>
              <a:defRPr sz="1830"/>
            </a:lvl4pPr>
            <a:lvl5pPr marL="1673352" indent="0">
              <a:buNone/>
              <a:defRPr sz="1830"/>
            </a:lvl5pPr>
            <a:lvl6pPr marL="2091690" indent="0">
              <a:buNone/>
              <a:defRPr sz="1830"/>
            </a:lvl6pPr>
            <a:lvl7pPr marL="2510028" indent="0">
              <a:buNone/>
              <a:defRPr sz="1830"/>
            </a:lvl7pPr>
            <a:lvl8pPr marL="2928366" indent="0">
              <a:buNone/>
              <a:defRPr sz="1830"/>
            </a:lvl8pPr>
            <a:lvl9pPr marL="3346704" indent="0">
              <a:buNone/>
              <a:defRPr sz="183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384" y="2002632"/>
            <a:ext cx="3597895" cy="3710122"/>
          </a:xfrm>
        </p:spPr>
        <p:txBody>
          <a:bodyPr/>
          <a:lstStyle>
            <a:lvl1pPr marL="0" indent="0">
              <a:buNone/>
              <a:defRPr sz="1464"/>
            </a:lvl1pPr>
            <a:lvl2pPr marL="418338" indent="0">
              <a:buNone/>
              <a:defRPr sz="1281"/>
            </a:lvl2pPr>
            <a:lvl3pPr marL="836676" indent="0">
              <a:buNone/>
              <a:defRPr sz="1098"/>
            </a:lvl3pPr>
            <a:lvl4pPr marL="1255014" indent="0">
              <a:buNone/>
              <a:defRPr sz="915"/>
            </a:lvl4pPr>
            <a:lvl5pPr marL="1673352" indent="0">
              <a:buNone/>
              <a:defRPr sz="915"/>
            </a:lvl5pPr>
            <a:lvl6pPr marL="2091690" indent="0">
              <a:buNone/>
              <a:defRPr sz="915"/>
            </a:lvl6pPr>
            <a:lvl7pPr marL="2510028" indent="0">
              <a:buNone/>
              <a:defRPr sz="915"/>
            </a:lvl7pPr>
            <a:lvl8pPr marL="2928366" indent="0">
              <a:buNone/>
              <a:defRPr sz="915"/>
            </a:lvl8pPr>
            <a:lvl9pPr marL="3346704" indent="0">
              <a:buNone/>
              <a:defRPr sz="91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5666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532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83057" y="355405"/>
            <a:ext cx="2405375" cy="56571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6931" y="355405"/>
            <a:ext cx="7076683" cy="5657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0423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6931" y="355406"/>
            <a:ext cx="9621501" cy="12902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6931" y="1777026"/>
            <a:ext cx="9621501" cy="4235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6931" y="6187143"/>
            <a:ext cx="2509957" cy="3554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95214" y="6187143"/>
            <a:ext cx="3764935" cy="3554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78475" y="6187143"/>
            <a:ext cx="2509957" cy="35540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98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417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836676" rtl="0" eaLnBrk="1" latinLnBrk="0" hangingPunct="1">
        <a:lnSpc>
          <a:spcPct val="90000"/>
        </a:lnSpc>
        <a:spcBef>
          <a:spcPct val="0"/>
        </a:spcBef>
        <a:buNone/>
        <a:defRPr sz="40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9169" indent="-209169" algn="l" defTabSz="836676" rtl="0" eaLnBrk="1" latinLnBrk="0" hangingPunct="1">
        <a:lnSpc>
          <a:spcPct val="90000"/>
        </a:lnSpc>
        <a:spcBef>
          <a:spcPts val="915"/>
        </a:spcBef>
        <a:buFont typeface="Arial" panose="020B0604020202020204" pitchFamily="34" charset="0"/>
        <a:buChar char="•"/>
        <a:defRPr sz="2562" kern="1200">
          <a:solidFill>
            <a:schemeClr val="tx1"/>
          </a:solidFill>
          <a:latin typeface="+mn-lt"/>
          <a:ea typeface="+mn-ea"/>
          <a:cs typeface="+mn-cs"/>
        </a:defRPr>
      </a:lvl1pPr>
      <a:lvl2pPr marL="627507" indent="-209169" algn="l" defTabSz="836676" rtl="0" eaLnBrk="1" latinLnBrk="0" hangingPunct="1">
        <a:lnSpc>
          <a:spcPct val="90000"/>
        </a:lnSpc>
        <a:spcBef>
          <a:spcPts val="458"/>
        </a:spcBef>
        <a:buFont typeface="Arial" panose="020B0604020202020204" pitchFamily="34" charset="0"/>
        <a:buChar char="•"/>
        <a:defRPr sz="2196" kern="1200">
          <a:solidFill>
            <a:schemeClr val="tx1"/>
          </a:solidFill>
          <a:latin typeface="+mn-lt"/>
          <a:ea typeface="+mn-ea"/>
          <a:cs typeface="+mn-cs"/>
        </a:defRPr>
      </a:lvl2pPr>
      <a:lvl3pPr marL="1045845" indent="-209169" algn="l" defTabSz="836676" rtl="0" eaLnBrk="1" latinLnBrk="0" hangingPunct="1">
        <a:lnSpc>
          <a:spcPct val="90000"/>
        </a:lnSpc>
        <a:spcBef>
          <a:spcPts val="458"/>
        </a:spcBef>
        <a:buFont typeface="Arial" panose="020B0604020202020204" pitchFamily="34" charset="0"/>
        <a:buChar char="•"/>
        <a:defRPr sz="1830" kern="1200">
          <a:solidFill>
            <a:schemeClr val="tx1"/>
          </a:solidFill>
          <a:latin typeface="+mn-lt"/>
          <a:ea typeface="+mn-ea"/>
          <a:cs typeface="+mn-cs"/>
        </a:defRPr>
      </a:lvl3pPr>
      <a:lvl4pPr marL="1464183" indent="-209169" algn="l" defTabSz="836676" rtl="0" eaLnBrk="1" latinLnBrk="0" hangingPunct="1">
        <a:lnSpc>
          <a:spcPct val="90000"/>
        </a:lnSpc>
        <a:spcBef>
          <a:spcPts val="458"/>
        </a:spcBef>
        <a:buFont typeface="Arial" panose="020B0604020202020204" pitchFamily="34" charset="0"/>
        <a:buChar char="•"/>
        <a:defRPr sz="1647" kern="1200">
          <a:solidFill>
            <a:schemeClr val="tx1"/>
          </a:solidFill>
          <a:latin typeface="+mn-lt"/>
          <a:ea typeface="+mn-ea"/>
          <a:cs typeface="+mn-cs"/>
        </a:defRPr>
      </a:lvl4pPr>
      <a:lvl5pPr marL="1882521" indent="-209169" algn="l" defTabSz="836676" rtl="0" eaLnBrk="1" latinLnBrk="0" hangingPunct="1">
        <a:lnSpc>
          <a:spcPct val="90000"/>
        </a:lnSpc>
        <a:spcBef>
          <a:spcPts val="458"/>
        </a:spcBef>
        <a:buFont typeface="Arial" panose="020B0604020202020204" pitchFamily="34" charset="0"/>
        <a:buChar char="•"/>
        <a:defRPr sz="1647" kern="1200">
          <a:solidFill>
            <a:schemeClr val="tx1"/>
          </a:solidFill>
          <a:latin typeface="+mn-lt"/>
          <a:ea typeface="+mn-ea"/>
          <a:cs typeface="+mn-cs"/>
        </a:defRPr>
      </a:lvl5pPr>
      <a:lvl6pPr marL="2300859" indent="-209169" algn="l" defTabSz="836676" rtl="0" eaLnBrk="1" latinLnBrk="0" hangingPunct="1">
        <a:lnSpc>
          <a:spcPct val="90000"/>
        </a:lnSpc>
        <a:spcBef>
          <a:spcPts val="458"/>
        </a:spcBef>
        <a:buFont typeface="Arial" panose="020B0604020202020204" pitchFamily="34" charset="0"/>
        <a:buChar char="•"/>
        <a:defRPr sz="1647" kern="1200">
          <a:solidFill>
            <a:schemeClr val="tx1"/>
          </a:solidFill>
          <a:latin typeface="+mn-lt"/>
          <a:ea typeface="+mn-ea"/>
          <a:cs typeface="+mn-cs"/>
        </a:defRPr>
      </a:lvl6pPr>
      <a:lvl7pPr marL="2719197" indent="-209169" algn="l" defTabSz="836676" rtl="0" eaLnBrk="1" latinLnBrk="0" hangingPunct="1">
        <a:lnSpc>
          <a:spcPct val="90000"/>
        </a:lnSpc>
        <a:spcBef>
          <a:spcPts val="458"/>
        </a:spcBef>
        <a:buFont typeface="Arial" panose="020B0604020202020204" pitchFamily="34" charset="0"/>
        <a:buChar char="•"/>
        <a:defRPr sz="1647" kern="1200">
          <a:solidFill>
            <a:schemeClr val="tx1"/>
          </a:solidFill>
          <a:latin typeface="+mn-lt"/>
          <a:ea typeface="+mn-ea"/>
          <a:cs typeface="+mn-cs"/>
        </a:defRPr>
      </a:lvl7pPr>
      <a:lvl8pPr marL="3137535" indent="-209169" algn="l" defTabSz="836676" rtl="0" eaLnBrk="1" latinLnBrk="0" hangingPunct="1">
        <a:lnSpc>
          <a:spcPct val="90000"/>
        </a:lnSpc>
        <a:spcBef>
          <a:spcPts val="458"/>
        </a:spcBef>
        <a:buFont typeface="Arial" panose="020B0604020202020204" pitchFamily="34" charset="0"/>
        <a:buChar char="•"/>
        <a:defRPr sz="1647" kern="1200">
          <a:solidFill>
            <a:schemeClr val="tx1"/>
          </a:solidFill>
          <a:latin typeface="+mn-lt"/>
          <a:ea typeface="+mn-ea"/>
          <a:cs typeface="+mn-cs"/>
        </a:defRPr>
      </a:lvl8pPr>
      <a:lvl9pPr marL="3555873" indent="-209169" algn="l" defTabSz="836676" rtl="0" eaLnBrk="1" latinLnBrk="0" hangingPunct="1">
        <a:lnSpc>
          <a:spcPct val="90000"/>
        </a:lnSpc>
        <a:spcBef>
          <a:spcPts val="458"/>
        </a:spcBef>
        <a:buFont typeface="Arial" panose="020B0604020202020204" pitchFamily="34" charset="0"/>
        <a:buChar char="•"/>
        <a:defRPr sz="164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1pPr>
      <a:lvl2pPr marL="418338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2pPr>
      <a:lvl3pPr marL="836676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3pPr>
      <a:lvl4pPr marL="1255014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4pPr>
      <a:lvl5pPr marL="1673352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5pPr>
      <a:lvl6pPr marL="2091690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6pPr>
      <a:lvl7pPr marL="2510028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7pPr>
      <a:lvl8pPr marL="2928366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8pPr>
      <a:lvl9pPr marL="3346704" algn="l" defTabSz="836676" rtl="0" eaLnBrk="1" latinLnBrk="0" hangingPunct="1">
        <a:defRPr sz="164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C7F6973-6353-7E3C-79F2-F40AF40FF49D}"/>
              </a:ext>
            </a:extLst>
          </p:cNvPr>
          <p:cNvSpPr/>
          <p:nvPr/>
        </p:nvSpPr>
        <p:spPr>
          <a:xfrm>
            <a:off x="5616489" y="4189597"/>
            <a:ext cx="5229311" cy="1092748"/>
          </a:xfrm>
          <a:prstGeom prst="rect">
            <a:avLst/>
          </a:prstGeom>
          <a:solidFill>
            <a:srgbClr val="F1EE6B">
              <a:alpha val="25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2749A71-B24D-04EF-E2F8-4D6BA7F7D5BF}"/>
              </a:ext>
            </a:extLst>
          </p:cNvPr>
          <p:cNvSpPr/>
          <p:nvPr/>
        </p:nvSpPr>
        <p:spPr>
          <a:xfrm>
            <a:off x="5616489" y="5282345"/>
            <a:ext cx="5229311" cy="10927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91C133B-30A1-21CB-283B-5EEAD131B84A}"/>
              </a:ext>
            </a:extLst>
          </p:cNvPr>
          <p:cNvSpPr txBox="1"/>
          <p:nvPr/>
        </p:nvSpPr>
        <p:spPr>
          <a:xfrm>
            <a:off x="106045" y="35331"/>
            <a:ext cx="7594582" cy="461665"/>
          </a:xfrm>
          <a:prstGeom prst="rect">
            <a:avLst/>
          </a:prstGeom>
          <a:noFill/>
          <a:ln w="15875">
            <a:noFill/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+mj-lt"/>
                <a:ea typeface="Gadugi" panose="020B0502040204020203" pitchFamily="34" charset="0"/>
              </a:rPr>
              <a:t>Experimental stocking, sampling, and restocking across time </a:t>
            </a:r>
          </a:p>
        </p:txBody>
      </p: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1159D862-87EC-B815-7BE8-9A3D5E446BAA}"/>
              </a:ext>
            </a:extLst>
          </p:cNvPr>
          <p:cNvGrpSpPr/>
          <p:nvPr/>
        </p:nvGrpSpPr>
        <p:grpSpPr>
          <a:xfrm>
            <a:off x="2379269" y="4033675"/>
            <a:ext cx="1055989" cy="196898"/>
            <a:chOff x="2089708" y="3816965"/>
            <a:chExt cx="1055989" cy="196898"/>
          </a:xfrm>
        </p:grpSpPr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F40BEA8A-8E1F-DA66-5423-A4250BED5B59}"/>
                </a:ext>
              </a:extLst>
            </p:cNvPr>
            <p:cNvCxnSpPr>
              <a:cxnSpLocks/>
            </p:cNvCxnSpPr>
            <p:nvPr/>
          </p:nvCxnSpPr>
          <p:spPr>
            <a:xfrm>
              <a:off x="2089708" y="3913926"/>
              <a:ext cx="1055988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95EB487B-A0C8-8491-4473-3946E9920622}"/>
                </a:ext>
              </a:extLst>
            </p:cNvPr>
            <p:cNvCxnSpPr/>
            <p:nvPr/>
          </p:nvCxnSpPr>
          <p:spPr>
            <a:xfrm>
              <a:off x="3145697" y="3816965"/>
              <a:ext cx="0" cy="19689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49C99CAB-F2DE-805B-C7DC-15CC33C8ED80}"/>
              </a:ext>
            </a:extLst>
          </p:cNvPr>
          <p:cNvGrpSpPr/>
          <p:nvPr/>
        </p:nvGrpSpPr>
        <p:grpSpPr>
          <a:xfrm>
            <a:off x="3533858" y="4043646"/>
            <a:ext cx="1055989" cy="196898"/>
            <a:chOff x="2089708" y="3816965"/>
            <a:chExt cx="1055989" cy="196898"/>
          </a:xfrm>
        </p:grpSpPr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B3214EBC-B52F-1775-202A-E5001E213793}"/>
                </a:ext>
              </a:extLst>
            </p:cNvPr>
            <p:cNvCxnSpPr>
              <a:cxnSpLocks/>
            </p:cNvCxnSpPr>
            <p:nvPr/>
          </p:nvCxnSpPr>
          <p:spPr>
            <a:xfrm>
              <a:off x="2089708" y="3913926"/>
              <a:ext cx="1055988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755821A9-8CF4-ED7F-AC17-E1425DCAFBC5}"/>
                </a:ext>
              </a:extLst>
            </p:cNvPr>
            <p:cNvCxnSpPr/>
            <p:nvPr/>
          </p:nvCxnSpPr>
          <p:spPr>
            <a:xfrm>
              <a:off x="3145697" y="3816965"/>
              <a:ext cx="0" cy="196898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06409CEB-AF1D-6263-18D5-C09AC207CBC4}"/>
              </a:ext>
            </a:extLst>
          </p:cNvPr>
          <p:cNvGrpSpPr/>
          <p:nvPr/>
        </p:nvGrpSpPr>
        <p:grpSpPr>
          <a:xfrm>
            <a:off x="2379269" y="4313311"/>
            <a:ext cx="2210579" cy="206869"/>
            <a:chOff x="1901277" y="3836997"/>
            <a:chExt cx="2210579" cy="206869"/>
          </a:xfrm>
        </p:grpSpPr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4238BD50-9597-1FEB-37B1-7AA3FF3EBFCF}"/>
                </a:ext>
              </a:extLst>
            </p:cNvPr>
            <p:cNvGrpSpPr/>
            <p:nvPr/>
          </p:nvGrpSpPr>
          <p:grpSpPr>
            <a:xfrm>
              <a:off x="1901277" y="3836997"/>
              <a:ext cx="1055989" cy="196898"/>
              <a:chOff x="2089708" y="3816965"/>
              <a:chExt cx="1055989" cy="196898"/>
            </a:xfrm>
          </p:grpSpPr>
          <p:cxnSp>
            <p:nvCxnSpPr>
              <p:cNvPr id="123" name="Straight Connector 122">
                <a:extLst>
                  <a:ext uri="{FF2B5EF4-FFF2-40B4-BE49-F238E27FC236}">
                    <a16:creationId xmlns:a16="http://schemas.microsoft.com/office/drawing/2014/main" id="{84039872-086A-A54F-07A1-FAEB683D77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89708" y="3913926"/>
                <a:ext cx="1055988" cy="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Straight Connector 123">
                <a:extLst>
                  <a:ext uri="{FF2B5EF4-FFF2-40B4-BE49-F238E27FC236}">
                    <a16:creationId xmlns:a16="http://schemas.microsoft.com/office/drawing/2014/main" id="{6BEF215D-148A-D133-2C7F-AC9964014A46}"/>
                  </a:ext>
                </a:extLst>
              </p:cNvPr>
              <p:cNvCxnSpPr/>
              <p:nvPr/>
            </p:nvCxnSpPr>
            <p:spPr>
              <a:xfrm>
                <a:off x="3145697" y="3816965"/>
                <a:ext cx="0" cy="196898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2641C266-2597-C43D-692A-4EDC3760FE13}"/>
                </a:ext>
              </a:extLst>
            </p:cNvPr>
            <p:cNvGrpSpPr/>
            <p:nvPr/>
          </p:nvGrpSpPr>
          <p:grpSpPr>
            <a:xfrm>
              <a:off x="3055867" y="3846968"/>
              <a:ext cx="1055989" cy="196898"/>
              <a:chOff x="2089708" y="3816965"/>
              <a:chExt cx="1055989" cy="196898"/>
            </a:xfrm>
          </p:grpSpPr>
          <p:cxnSp>
            <p:nvCxnSpPr>
              <p:cNvPr id="126" name="Straight Connector 125">
                <a:extLst>
                  <a:ext uri="{FF2B5EF4-FFF2-40B4-BE49-F238E27FC236}">
                    <a16:creationId xmlns:a16="http://schemas.microsoft.com/office/drawing/2014/main" id="{B4C68FBD-9B26-C421-83DB-8BB2B8C304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89708" y="3913926"/>
                <a:ext cx="1055988" cy="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Straight Connector 126">
                <a:extLst>
                  <a:ext uri="{FF2B5EF4-FFF2-40B4-BE49-F238E27FC236}">
                    <a16:creationId xmlns:a16="http://schemas.microsoft.com/office/drawing/2014/main" id="{5439D466-F613-5EC5-B7DD-BC1E2FD177F1}"/>
                  </a:ext>
                </a:extLst>
              </p:cNvPr>
              <p:cNvCxnSpPr/>
              <p:nvPr/>
            </p:nvCxnSpPr>
            <p:spPr>
              <a:xfrm>
                <a:off x="3145697" y="3816965"/>
                <a:ext cx="0" cy="196898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2" name="Group 141">
            <a:extLst>
              <a:ext uri="{FF2B5EF4-FFF2-40B4-BE49-F238E27FC236}">
                <a16:creationId xmlns:a16="http://schemas.microsoft.com/office/drawing/2014/main" id="{9FA69BF0-E4D7-09F0-2910-5686BA16B19E}"/>
              </a:ext>
            </a:extLst>
          </p:cNvPr>
          <p:cNvGrpSpPr/>
          <p:nvPr/>
        </p:nvGrpSpPr>
        <p:grpSpPr>
          <a:xfrm>
            <a:off x="2379269" y="4593764"/>
            <a:ext cx="2210579" cy="206869"/>
            <a:chOff x="1901276" y="4111019"/>
            <a:chExt cx="2210579" cy="206869"/>
          </a:xfrm>
        </p:grpSpPr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FB78D4A4-057D-921B-8E2C-9A33BB0B16C1}"/>
                </a:ext>
              </a:extLst>
            </p:cNvPr>
            <p:cNvGrpSpPr/>
            <p:nvPr/>
          </p:nvGrpSpPr>
          <p:grpSpPr>
            <a:xfrm>
              <a:off x="1901276" y="4111019"/>
              <a:ext cx="1055989" cy="196898"/>
              <a:chOff x="2089708" y="3816965"/>
              <a:chExt cx="1055989" cy="196898"/>
            </a:xfrm>
          </p:grpSpPr>
          <p:cxnSp>
            <p:nvCxnSpPr>
              <p:cNvPr id="129" name="Straight Connector 128">
                <a:extLst>
                  <a:ext uri="{FF2B5EF4-FFF2-40B4-BE49-F238E27FC236}">
                    <a16:creationId xmlns:a16="http://schemas.microsoft.com/office/drawing/2014/main" id="{2000AE13-357E-826E-FF34-DA9FFEAAE6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89708" y="3913926"/>
                <a:ext cx="1055988" cy="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Straight Connector 129">
                <a:extLst>
                  <a:ext uri="{FF2B5EF4-FFF2-40B4-BE49-F238E27FC236}">
                    <a16:creationId xmlns:a16="http://schemas.microsoft.com/office/drawing/2014/main" id="{B6F62F4B-0038-085C-C149-659F9777A087}"/>
                  </a:ext>
                </a:extLst>
              </p:cNvPr>
              <p:cNvCxnSpPr/>
              <p:nvPr/>
            </p:nvCxnSpPr>
            <p:spPr>
              <a:xfrm>
                <a:off x="3145697" y="3816965"/>
                <a:ext cx="0" cy="196898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FAC7B353-EBEB-B270-BD34-9C117530FF15}"/>
                </a:ext>
              </a:extLst>
            </p:cNvPr>
            <p:cNvGrpSpPr/>
            <p:nvPr/>
          </p:nvGrpSpPr>
          <p:grpSpPr>
            <a:xfrm>
              <a:off x="3055866" y="4120990"/>
              <a:ext cx="1055989" cy="196898"/>
              <a:chOff x="2089708" y="3816965"/>
              <a:chExt cx="1055989" cy="196898"/>
            </a:xfrm>
          </p:grpSpPr>
          <p:cxnSp>
            <p:nvCxnSpPr>
              <p:cNvPr id="132" name="Straight Connector 131">
                <a:extLst>
                  <a:ext uri="{FF2B5EF4-FFF2-40B4-BE49-F238E27FC236}">
                    <a16:creationId xmlns:a16="http://schemas.microsoft.com/office/drawing/2014/main" id="{072DEC63-F028-D236-E04A-81E0A38A78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89708" y="3913926"/>
                <a:ext cx="1055988" cy="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Straight Connector 132">
                <a:extLst>
                  <a:ext uri="{FF2B5EF4-FFF2-40B4-BE49-F238E27FC236}">
                    <a16:creationId xmlns:a16="http://schemas.microsoft.com/office/drawing/2014/main" id="{694809A8-8557-8410-4B91-AC4B2DC89E12}"/>
                  </a:ext>
                </a:extLst>
              </p:cNvPr>
              <p:cNvCxnSpPr/>
              <p:nvPr/>
            </p:nvCxnSpPr>
            <p:spPr>
              <a:xfrm>
                <a:off x="3145697" y="3816965"/>
                <a:ext cx="0" cy="196898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40B94759-E10F-1715-8180-89FAFCCD030D}"/>
              </a:ext>
            </a:extLst>
          </p:cNvPr>
          <p:cNvGrpSpPr/>
          <p:nvPr/>
        </p:nvGrpSpPr>
        <p:grpSpPr>
          <a:xfrm>
            <a:off x="2379269" y="4884563"/>
            <a:ext cx="2210579" cy="206869"/>
            <a:chOff x="1901276" y="4398401"/>
            <a:chExt cx="2210579" cy="206869"/>
          </a:xfrm>
        </p:grpSpPr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F91CA800-A57E-ECC2-016A-93AFBE4CEA68}"/>
                </a:ext>
              </a:extLst>
            </p:cNvPr>
            <p:cNvGrpSpPr/>
            <p:nvPr/>
          </p:nvGrpSpPr>
          <p:grpSpPr>
            <a:xfrm>
              <a:off x="1901276" y="4398401"/>
              <a:ext cx="1055989" cy="196898"/>
              <a:chOff x="2089708" y="3816965"/>
              <a:chExt cx="1055989" cy="196898"/>
            </a:xfrm>
          </p:grpSpPr>
          <p:cxnSp>
            <p:nvCxnSpPr>
              <p:cNvPr id="135" name="Straight Connector 134">
                <a:extLst>
                  <a:ext uri="{FF2B5EF4-FFF2-40B4-BE49-F238E27FC236}">
                    <a16:creationId xmlns:a16="http://schemas.microsoft.com/office/drawing/2014/main" id="{E47BDCB2-DBA0-4508-2B75-BC261064A84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89708" y="3913926"/>
                <a:ext cx="1055988" cy="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Straight Connector 135">
                <a:extLst>
                  <a:ext uri="{FF2B5EF4-FFF2-40B4-BE49-F238E27FC236}">
                    <a16:creationId xmlns:a16="http://schemas.microsoft.com/office/drawing/2014/main" id="{F4EDC939-814A-721D-0D86-B747CC5D26B2}"/>
                  </a:ext>
                </a:extLst>
              </p:cNvPr>
              <p:cNvCxnSpPr/>
              <p:nvPr/>
            </p:nvCxnSpPr>
            <p:spPr>
              <a:xfrm>
                <a:off x="3145697" y="3816965"/>
                <a:ext cx="0" cy="196898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0EEE7BBC-996A-B2F7-5446-C1740DA6C71C}"/>
                </a:ext>
              </a:extLst>
            </p:cNvPr>
            <p:cNvGrpSpPr/>
            <p:nvPr/>
          </p:nvGrpSpPr>
          <p:grpSpPr>
            <a:xfrm>
              <a:off x="3055866" y="4408372"/>
              <a:ext cx="1055989" cy="196898"/>
              <a:chOff x="2089708" y="3816965"/>
              <a:chExt cx="1055989" cy="196898"/>
            </a:xfrm>
          </p:grpSpPr>
          <p:cxnSp>
            <p:nvCxnSpPr>
              <p:cNvPr id="138" name="Straight Connector 137">
                <a:extLst>
                  <a:ext uri="{FF2B5EF4-FFF2-40B4-BE49-F238E27FC236}">
                    <a16:creationId xmlns:a16="http://schemas.microsoft.com/office/drawing/2014/main" id="{CAF2238B-F474-E137-D4C0-61465BBD7C0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89708" y="3913926"/>
                <a:ext cx="1055988" cy="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Straight Connector 138">
                <a:extLst>
                  <a:ext uri="{FF2B5EF4-FFF2-40B4-BE49-F238E27FC236}">
                    <a16:creationId xmlns:a16="http://schemas.microsoft.com/office/drawing/2014/main" id="{8B79AC6B-B4AD-A535-2083-973B60C863A9}"/>
                  </a:ext>
                </a:extLst>
              </p:cNvPr>
              <p:cNvCxnSpPr/>
              <p:nvPr/>
            </p:nvCxnSpPr>
            <p:spPr>
              <a:xfrm>
                <a:off x="3145697" y="3816965"/>
                <a:ext cx="0" cy="196898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7922CB01-1945-35AA-F19E-3AAA3C826CFB}"/>
              </a:ext>
            </a:extLst>
          </p:cNvPr>
          <p:cNvSpPr txBox="1"/>
          <p:nvPr/>
        </p:nvSpPr>
        <p:spPr>
          <a:xfrm>
            <a:off x="261586" y="3739751"/>
            <a:ext cx="1818448" cy="60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  <a:ea typeface="Gadugi" panose="020B0502040204020203" pitchFamily="34" charset="0"/>
              </a:rPr>
              <a:t>Sequence 2</a:t>
            </a:r>
          </a:p>
          <a:p>
            <a:r>
              <a:rPr lang="en-US" sz="1400" dirty="0">
                <a:latin typeface="+mj-lt"/>
                <a:ea typeface="Gadugi" panose="020B0502040204020203" pitchFamily="34" charset="0"/>
              </a:rPr>
              <a:t>Trials 5—8 </a:t>
            </a:r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8942D240-E2AF-9D8C-FC17-444B8D241A54}"/>
              </a:ext>
            </a:extLst>
          </p:cNvPr>
          <p:cNvSpPr>
            <a:spLocks noChangeAspect="1"/>
          </p:cNvSpPr>
          <p:nvPr/>
        </p:nvSpPr>
        <p:spPr>
          <a:xfrm>
            <a:off x="2152195" y="5226357"/>
            <a:ext cx="544903" cy="526621"/>
          </a:xfrm>
          <a:prstGeom prst="ellipse">
            <a:avLst/>
          </a:prstGeom>
          <a:noFill/>
          <a:ln w="38100">
            <a:solidFill>
              <a:srgbClr val="198FA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4C0E9E6C-65FE-AAAA-D267-0E80093EFAA8}"/>
              </a:ext>
            </a:extLst>
          </p:cNvPr>
          <p:cNvSpPr txBox="1"/>
          <p:nvPr/>
        </p:nvSpPr>
        <p:spPr>
          <a:xfrm>
            <a:off x="1872640" y="5848597"/>
            <a:ext cx="141962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B050"/>
                </a:solidFill>
                <a:latin typeface="+mj-lt"/>
                <a:ea typeface="Gadugi" panose="020B0502040204020203" pitchFamily="34" charset="0"/>
              </a:rPr>
              <a:t>Start</a:t>
            </a:r>
          </a:p>
          <a:p>
            <a:r>
              <a:rPr lang="en-US" sz="1400" dirty="0">
                <a:latin typeface="+mj-lt"/>
                <a:ea typeface="Gadugi" panose="020B0502040204020203" pitchFamily="34" charset="0"/>
              </a:rPr>
              <a:t>Stock cages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93594748-F0A7-F194-6AD8-E692CFF9386F}"/>
              </a:ext>
            </a:extLst>
          </p:cNvPr>
          <p:cNvSpPr txBox="1"/>
          <p:nvPr/>
        </p:nvSpPr>
        <p:spPr>
          <a:xfrm>
            <a:off x="2843233" y="5902681"/>
            <a:ext cx="23173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1</a:t>
            </a:r>
            <a:r>
              <a:rPr lang="en-US" sz="1400" baseline="30000" dirty="0">
                <a:latin typeface="+mj-lt"/>
                <a:ea typeface="Gadugi" panose="020B0502040204020203" pitchFamily="34" charset="0"/>
              </a:rPr>
              <a:t>st</a:t>
            </a:r>
            <a:r>
              <a:rPr lang="en-US" sz="1400" dirty="0">
                <a:latin typeface="+mj-lt"/>
                <a:ea typeface="Gadugi" panose="020B0502040204020203" pitchFamily="34" charset="0"/>
              </a:rPr>
              <a:t> data point</a:t>
            </a:r>
          </a:p>
          <a:p>
            <a:r>
              <a:rPr lang="en-US" sz="1400" dirty="0">
                <a:latin typeface="+mj-lt"/>
                <a:ea typeface="Gadugi" panose="020B0502040204020203" pitchFamily="34" charset="0"/>
              </a:rPr>
              <a:t>Restock cages</a:t>
            </a:r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E8C7157C-77C9-8E7A-32CF-AFA0461251D3}"/>
              </a:ext>
            </a:extLst>
          </p:cNvPr>
          <p:cNvSpPr txBox="1"/>
          <p:nvPr/>
        </p:nvSpPr>
        <p:spPr>
          <a:xfrm>
            <a:off x="4077611" y="5881758"/>
            <a:ext cx="11923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2</a:t>
            </a:r>
            <a:r>
              <a:rPr lang="en-US" sz="1400" baseline="30000" dirty="0">
                <a:latin typeface="+mj-lt"/>
                <a:ea typeface="Gadugi" panose="020B0502040204020203" pitchFamily="34" charset="0"/>
              </a:rPr>
              <a:t>nd</a:t>
            </a:r>
            <a:r>
              <a:rPr lang="en-US" sz="1400" dirty="0">
                <a:latin typeface="+mj-lt"/>
                <a:ea typeface="Gadugi" panose="020B0502040204020203" pitchFamily="34" charset="0"/>
              </a:rPr>
              <a:t> datapoint</a:t>
            </a:r>
          </a:p>
          <a:p>
            <a:r>
              <a:rPr lang="en-US" dirty="0">
                <a:solidFill>
                  <a:srgbClr val="FF0000"/>
                </a:solidFill>
                <a:ea typeface="Gadugi" panose="020B0502040204020203" pitchFamily="34" charset="0"/>
              </a:rPr>
              <a:t>Stop</a:t>
            </a:r>
            <a:endParaRPr lang="en-US" dirty="0">
              <a:latin typeface="+mj-lt"/>
              <a:ea typeface="Gadugi" panose="020B0502040204020203" pitchFamily="34" charset="0"/>
            </a:endParaRPr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2524D627-7392-87F4-0C8C-959CF96221C6}"/>
              </a:ext>
            </a:extLst>
          </p:cNvPr>
          <p:cNvSpPr txBox="1"/>
          <p:nvPr/>
        </p:nvSpPr>
        <p:spPr>
          <a:xfrm>
            <a:off x="2124326" y="3768855"/>
            <a:ext cx="951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0 hours</a:t>
            </a:r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C998F2F5-3AAE-B55E-3701-BFE1F3D6C745}"/>
              </a:ext>
            </a:extLst>
          </p:cNvPr>
          <p:cNvSpPr txBox="1"/>
          <p:nvPr/>
        </p:nvSpPr>
        <p:spPr>
          <a:xfrm>
            <a:off x="3088712" y="3759800"/>
            <a:ext cx="951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24 hours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16980276-DC50-5A65-D7F2-595FEBD3EA41}"/>
              </a:ext>
            </a:extLst>
          </p:cNvPr>
          <p:cNvSpPr txBox="1"/>
          <p:nvPr/>
        </p:nvSpPr>
        <p:spPr>
          <a:xfrm>
            <a:off x="4246075" y="3760954"/>
            <a:ext cx="951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48 hours</a:t>
            </a:r>
          </a:p>
        </p:txBody>
      </p:sp>
      <p:grpSp>
        <p:nvGrpSpPr>
          <p:cNvPr id="196" name="Group 195">
            <a:extLst>
              <a:ext uri="{FF2B5EF4-FFF2-40B4-BE49-F238E27FC236}">
                <a16:creationId xmlns:a16="http://schemas.microsoft.com/office/drawing/2014/main" id="{38C89B93-8867-0EF3-51A5-69464A21CE39}"/>
              </a:ext>
            </a:extLst>
          </p:cNvPr>
          <p:cNvGrpSpPr/>
          <p:nvPr/>
        </p:nvGrpSpPr>
        <p:grpSpPr>
          <a:xfrm>
            <a:off x="6179174" y="4285957"/>
            <a:ext cx="4721092" cy="1888366"/>
            <a:chOff x="6174020" y="4302701"/>
            <a:chExt cx="4721092" cy="1888367"/>
          </a:xfrm>
        </p:grpSpPr>
        <p:sp>
          <p:nvSpPr>
            <p:cNvPr id="169" name="Oval 168">
              <a:extLst>
                <a:ext uri="{FF2B5EF4-FFF2-40B4-BE49-F238E27FC236}">
                  <a16:creationId xmlns:a16="http://schemas.microsoft.com/office/drawing/2014/main" id="{57229D9F-AC75-8443-66F7-CFDA014CC715}"/>
                </a:ext>
              </a:extLst>
            </p:cNvPr>
            <p:cNvSpPr/>
            <p:nvPr/>
          </p:nvSpPr>
          <p:spPr>
            <a:xfrm>
              <a:off x="7614119" y="4737828"/>
              <a:ext cx="1390321" cy="1385053"/>
            </a:xfrm>
            <a:prstGeom prst="ellipse">
              <a:avLst/>
            </a:prstGeom>
            <a:noFill/>
            <a:ln w="38100">
              <a:solidFill>
                <a:srgbClr val="198FA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251B9749-3E67-800F-48E0-38D480210942}"/>
                </a:ext>
              </a:extLst>
            </p:cNvPr>
            <p:cNvSpPr txBox="1"/>
            <p:nvPr/>
          </p:nvSpPr>
          <p:spPr>
            <a:xfrm>
              <a:off x="6433149" y="5667848"/>
              <a:ext cx="117466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latin typeface="+mj-lt"/>
                </a:rPr>
                <a:t>1. </a:t>
              </a:r>
              <a:r>
                <a:rPr lang="en-US" sz="1400" dirty="0">
                  <a:latin typeface="+mj-lt"/>
                </a:rPr>
                <a:t>Retrieve all resources 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224B5487-9DF4-6D5A-3D9C-62583EB782EB}"/>
                </a:ext>
              </a:extLst>
            </p:cNvPr>
            <p:cNvSpPr txBox="1"/>
            <p:nvPr/>
          </p:nvSpPr>
          <p:spPr>
            <a:xfrm>
              <a:off x="6174020" y="4372565"/>
              <a:ext cx="213525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latin typeface="+mj-lt"/>
                </a:rPr>
                <a:t>2. </a:t>
              </a:r>
              <a:r>
                <a:rPr lang="en-US" sz="1400" dirty="0">
                  <a:latin typeface="+mj-lt"/>
                </a:rPr>
                <a:t>Measure consumption, i.e., biomass lost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5E43FA61-B25D-05F8-3E1D-C84EC01D92B5}"/>
                </a:ext>
              </a:extLst>
            </p:cNvPr>
            <p:cNvSpPr txBox="1"/>
            <p:nvPr/>
          </p:nvSpPr>
          <p:spPr>
            <a:xfrm>
              <a:off x="9016642" y="4302701"/>
              <a:ext cx="182003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latin typeface="+mj-lt"/>
                </a:rPr>
                <a:t>3. </a:t>
              </a:r>
              <a:r>
                <a:rPr lang="en-US" sz="1400" dirty="0">
                  <a:latin typeface="+mj-lt"/>
                </a:rPr>
                <a:t>Bring all treatments back up to their original biomass 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F76AE89C-CA19-0316-8550-FDF40A5A2785}"/>
                </a:ext>
              </a:extLst>
            </p:cNvPr>
            <p:cNvSpPr txBox="1"/>
            <p:nvPr/>
          </p:nvSpPr>
          <p:spPr>
            <a:xfrm>
              <a:off x="9089955" y="5721519"/>
              <a:ext cx="180515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latin typeface="+mj-lt"/>
                </a:rPr>
                <a:t>4. </a:t>
              </a:r>
              <a:r>
                <a:rPr lang="en-US" sz="1400" dirty="0">
                  <a:latin typeface="+mj-lt"/>
                </a:rPr>
                <a:t>Restock cages</a:t>
              </a:r>
              <a:endParaRPr lang="en-US" sz="1400" b="1" dirty="0">
                <a:latin typeface="+mj-lt"/>
              </a:endParaRPr>
            </a:p>
          </p:txBody>
        </p:sp>
        <p:sp>
          <p:nvSpPr>
            <p:cNvPr id="177" name="Arrow: Right 176">
              <a:extLst>
                <a:ext uri="{FF2B5EF4-FFF2-40B4-BE49-F238E27FC236}">
                  <a16:creationId xmlns:a16="http://schemas.microsoft.com/office/drawing/2014/main" id="{0C22FA3D-EF00-3820-BAFD-E02381EB0211}"/>
                </a:ext>
              </a:extLst>
            </p:cNvPr>
            <p:cNvSpPr/>
            <p:nvPr/>
          </p:nvSpPr>
          <p:spPr>
            <a:xfrm rot="18882819">
              <a:off x="7702060" y="4845678"/>
              <a:ext cx="235517" cy="232672"/>
            </a:xfrm>
            <a:prstGeom prst="rightArrow">
              <a:avLst>
                <a:gd name="adj1" fmla="val 50000"/>
                <a:gd name="adj2" fmla="val 78284"/>
              </a:avLst>
            </a:prstGeom>
            <a:solidFill>
              <a:srgbClr val="198FA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8" name="Arrow: Right 177">
              <a:extLst>
                <a:ext uri="{FF2B5EF4-FFF2-40B4-BE49-F238E27FC236}">
                  <a16:creationId xmlns:a16="http://schemas.microsoft.com/office/drawing/2014/main" id="{D5A37988-863B-A7FB-56C9-1909012F63E7}"/>
                </a:ext>
              </a:extLst>
            </p:cNvPr>
            <p:cNvSpPr/>
            <p:nvPr/>
          </p:nvSpPr>
          <p:spPr>
            <a:xfrm rot="2823530">
              <a:off x="8713552" y="4887761"/>
              <a:ext cx="235517" cy="232672"/>
            </a:xfrm>
            <a:prstGeom prst="rightArrow">
              <a:avLst>
                <a:gd name="adj1" fmla="val 50000"/>
                <a:gd name="adj2" fmla="val 78284"/>
              </a:avLst>
            </a:prstGeom>
            <a:solidFill>
              <a:srgbClr val="198FA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79" name="Arrow: Right 178">
              <a:extLst>
                <a:ext uri="{FF2B5EF4-FFF2-40B4-BE49-F238E27FC236}">
                  <a16:creationId xmlns:a16="http://schemas.microsoft.com/office/drawing/2014/main" id="{93D76120-6DFD-699C-C3F2-B3DA0611E936}"/>
                </a:ext>
              </a:extLst>
            </p:cNvPr>
            <p:cNvSpPr/>
            <p:nvPr/>
          </p:nvSpPr>
          <p:spPr>
            <a:xfrm rot="13585631">
              <a:off x="7667938" y="5742645"/>
              <a:ext cx="235517" cy="235410"/>
            </a:xfrm>
            <a:prstGeom prst="rightArrow">
              <a:avLst>
                <a:gd name="adj1" fmla="val 50000"/>
                <a:gd name="adj2" fmla="val 78284"/>
              </a:avLst>
            </a:prstGeom>
            <a:solidFill>
              <a:srgbClr val="198FA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84B37B98-A221-73BA-CA61-8102598DD62C}"/>
              </a:ext>
            </a:extLst>
          </p:cNvPr>
          <p:cNvGrpSpPr/>
          <p:nvPr/>
        </p:nvGrpSpPr>
        <p:grpSpPr>
          <a:xfrm>
            <a:off x="172727" y="630184"/>
            <a:ext cx="10855498" cy="2698887"/>
            <a:chOff x="156204" y="563207"/>
            <a:chExt cx="10855498" cy="2698886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0E005ED-B64A-0CFB-2980-BFF2F2E6FEFA}"/>
                </a:ext>
              </a:extLst>
            </p:cNvPr>
            <p:cNvGrpSpPr/>
            <p:nvPr/>
          </p:nvGrpSpPr>
          <p:grpSpPr>
            <a:xfrm>
              <a:off x="2391435" y="890006"/>
              <a:ext cx="6758047" cy="197775"/>
              <a:chOff x="930018" y="3338323"/>
              <a:chExt cx="6758047" cy="197775"/>
            </a:xfrm>
          </p:grpSpPr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99224605-C524-B7D7-B707-7E8E20C68CC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30018" y="3429000"/>
                <a:ext cx="2194378" cy="6284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473A5E94-A8F1-DFDE-A660-B6FA30FAA78B}"/>
                  </a:ext>
                </a:extLst>
              </p:cNvPr>
              <p:cNvCxnSpPr/>
              <p:nvPr/>
            </p:nvCxnSpPr>
            <p:spPr>
              <a:xfrm>
                <a:off x="3124396" y="3339200"/>
                <a:ext cx="0" cy="196898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FF8B4148-BA67-7518-D97D-68881C391303}"/>
                  </a:ext>
                </a:extLst>
              </p:cNvPr>
              <p:cNvGrpSpPr/>
              <p:nvPr/>
            </p:nvGrpSpPr>
            <p:grpSpPr>
              <a:xfrm>
                <a:off x="3211755" y="3338323"/>
                <a:ext cx="2194574" cy="196898"/>
                <a:chOff x="3211755" y="3338323"/>
                <a:chExt cx="2194574" cy="196898"/>
              </a:xfrm>
            </p:grpSpPr>
            <p:cxnSp>
              <p:nvCxnSpPr>
                <p:cNvPr id="17" name="Straight Connector 16">
                  <a:extLst>
                    <a:ext uri="{FF2B5EF4-FFF2-40B4-BE49-F238E27FC236}">
                      <a16:creationId xmlns:a16="http://schemas.microsoft.com/office/drawing/2014/main" id="{905F51A3-2420-0AA5-5781-C31D3F32552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211755" y="3429000"/>
                  <a:ext cx="2194378" cy="6284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8564437F-074C-C513-4B12-E8B944AACE79}"/>
                    </a:ext>
                  </a:extLst>
                </p:cNvPr>
                <p:cNvCxnSpPr/>
                <p:nvPr/>
              </p:nvCxnSpPr>
              <p:spPr>
                <a:xfrm>
                  <a:off x="5406329" y="3338323"/>
                  <a:ext cx="0" cy="196898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045AD4EA-E9BA-8686-B9A4-E92729704C73}"/>
                  </a:ext>
                </a:extLst>
              </p:cNvPr>
              <p:cNvGrpSpPr/>
              <p:nvPr/>
            </p:nvGrpSpPr>
            <p:grpSpPr>
              <a:xfrm>
                <a:off x="5493491" y="3338323"/>
                <a:ext cx="2194574" cy="196898"/>
                <a:chOff x="3211755" y="3338323"/>
                <a:chExt cx="2194574" cy="196898"/>
              </a:xfrm>
            </p:grpSpPr>
            <p:cxnSp>
              <p:nvCxnSpPr>
                <p:cNvPr id="15" name="Straight Connector 14">
                  <a:extLst>
                    <a:ext uri="{FF2B5EF4-FFF2-40B4-BE49-F238E27FC236}">
                      <a16:creationId xmlns:a16="http://schemas.microsoft.com/office/drawing/2014/main" id="{5CFC9BD6-EDC4-F9A5-2A6E-5A60DCB965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211755" y="3429000"/>
                  <a:ext cx="2194378" cy="6284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Straight Connector 15">
                  <a:extLst>
                    <a:ext uri="{FF2B5EF4-FFF2-40B4-BE49-F238E27FC236}">
                      <a16:creationId xmlns:a16="http://schemas.microsoft.com/office/drawing/2014/main" id="{2514DD95-84FC-1408-7466-C214AFB33838}"/>
                    </a:ext>
                  </a:extLst>
                </p:cNvPr>
                <p:cNvCxnSpPr/>
                <p:nvPr/>
              </p:nvCxnSpPr>
              <p:spPr>
                <a:xfrm>
                  <a:off x="5406329" y="3338323"/>
                  <a:ext cx="0" cy="196898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0DCC87D4-95DB-F8FC-1CEA-7E443651CDD0}"/>
                </a:ext>
              </a:extLst>
            </p:cNvPr>
            <p:cNvGrpSpPr/>
            <p:nvPr/>
          </p:nvGrpSpPr>
          <p:grpSpPr>
            <a:xfrm>
              <a:off x="2391631" y="1163701"/>
              <a:ext cx="6758047" cy="197775"/>
              <a:chOff x="930018" y="3338323"/>
              <a:chExt cx="6758047" cy="197775"/>
            </a:xfrm>
          </p:grpSpPr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F0B95009-1F9E-4A50-F85E-75388F72C9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30018" y="3429000"/>
                <a:ext cx="2194378" cy="6284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F598B420-F8E9-60DF-FEEF-6CE93E0002BA}"/>
                  </a:ext>
                </a:extLst>
              </p:cNvPr>
              <p:cNvCxnSpPr/>
              <p:nvPr/>
            </p:nvCxnSpPr>
            <p:spPr>
              <a:xfrm>
                <a:off x="3124396" y="3339200"/>
                <a:ext cx="0" cy="196898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783181BF-ADF0-BA01-3B0A-A1872BC4EC8E}"/>
                  </a:ext>
                </a:extLst>
              </p:cNvPr>
              <p:cNvGrpSpPr/>
              <p:nvPr/>
            </p:nvGrpSpPr>
            <p:grpSpPr>
              <a:xfrm>
                <a:off x="3211755" y="3338323"/>
                <a:ext cx="2194574" cy="196898"/>
                <a:chOff x="3211755" y="3338323"/>
                <a:chExt cx="2194574" cy="196898"/>
              </a:xfrm>
            </p:grpSpPr>
            <p:cxnSp>
              <p:nvCxnSpPr>
                <p:cNvPr id="26" name="Straight Connector 25">
                  <a:extLst>
                    <a:ext uri="{FF2B5EF4-FFF2-40B4-BE49-F238E27FC236}">
                      <a16:creationId xmlns:a16="http://schemas.microsoft.com/office/drawing/2014/main" id="{FCA5E082-FEF2-2315-26BF-FC9DB65D0A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211755" y="3429000"/>
                  <a:ext cx="2194378" cy="6284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065F85AB-4A09-E3E7-7494-07B34CACD167}"/>
                    </a:ext>
                  </a:extLst>
                </p:cNvPr>
                <p:cNvCxnSpPr/>
                <p:nvPr/>
              </p:nvCxnSpPr>
              <p:spPr>
                <a:xfrm>
                  <a:off x="5406329" y="3338323"/>
                  <a:ext cx="0" cy="196898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275CDAEF-FD56-50DB-7217-84C9151D873D}"/>
                  </a:ext>
                </a:extLst>
              </p:cNvPr>
              <p:cNvGrpSpPr/>
              <p:nvPr/>
            </p:nvGrpSpPr>
            <p:grpSpPr>
              <a:xfrm>
                <a:off x="5493491" y="3338323"/>
                <a:ext cx="2194574" cy="196898"/>
                <a:chOff x="3211755" y="3338323"/>
                <a:chExt cx="2194574" cy="196898"/>
              </a:xfrm>
            </p:grpSpPr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CC8779DE-7292-11C0-0EC1-E06559BA57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211755" y="3429000"/>
                  <a:ext cx="2194378" cy="6284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Straight Connector 24">
                  <a:extLst>
                    <a:ext uri="{FF2B5EF4-FFF2-40B4-BE49-F238E27FC236}">
                      <a16:creationId xmlns:a16="http://schemas.microsoft.com/office/drawing/2014/main" id="{CC0D54C2-4357-F102-2D29-CC8F3666B359}"/>
                    </a:ext>
                  </a:extLst>
                </p:cNvPr>
                <p:cNvCxnSpPr/>
                <p:nvPr/>
              </p:nvCxnSpPr>
              <p:spPr>
                <a:xfrm>
                  <a:off x="5406329" y="3338323"/>
                  <a:ext cx="0" cy="196898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36B05D70-228C-6916-F43F-C6A2978ED3A5}"/>
                </a:ext>
              </a:extLst>
            </p:cNvPr>
            <p:cNvGrpSpPr/>
            <p:nvPr/>
          </p:nvGrpSpPr>
          <p:grpSpPr>
            <a:xfrm>
              <a:off x="2391435" y="1442730"/>
              <a:ext cx="6758047" cy="197775"/>
              <a:chOff x="930018" y="3338323"/>
              <a:chExt cx="6758047" cy="197775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CE2DF4AC-BAA4-9F64-FF08-6A2DB834CC4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30018" y="3429000"/>
                <a:ext cx="2194378" cy="6284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796D359C-87C6-9728-D3C9-2341F2D7FC06}"/>
                  </a:ext>
                </a:extLst>
              </p:cNvPr>
              <p:cNvCxnSpPr/>
              <p:nvPr/>
            </p:nvCxnSpPr>
            <p:spPr>
              <a:xfrm>
                <a:off x="3124396" y="3339200"/>
                <a:ext cx="0" cy="196898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F82B6EC5-B230-903F-0248-E040DA4C8387}"/>
                  </a:ext>
                </a:extLst>
              </p:cNvPr>
              <p:cNvGrpSpPr/>
              <p:nvPr/>
            </p:nvGrpSpPr>
            <p:grpSpPr>
              <a:xfrm>
                <a:off x="3211755" y="3338323"/>
                <a:ext cx="2194574" cy="196898"/>
                <a:chOff x="3211755" y="3338323"/>
                <a:chExt cx="2194574" cy="196898"/>
              </a:xfrm>
            </p:grpSpPr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77945D12-C591-5700-7A63-9F422C9AF7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211755" y="3429000"/>
                  <a:ext cx="2194378" cy="6284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84823EA1-6749-5451-911F-5DDC2D776857}"/>
                    </a:ext>
                  </a:extLst>
                </p:cNvPr>
                <p:cNvCxnSpPr/>
                <p:nvPr/>
              </p:nvCxnSpPr>
              <p:spPr>
                <a:xfrm>
                  <a:off x="5406329" y="3338323"/>
                  <a:ext cx="0" cy="196898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3D9DDE42-B0C9-6177-ED75-E8B0D7B7D589}"/>
                  </a:ext>
                </a:extLst>
              </p:cNvPr>
              <p:cNvGrpSpPr/>
              <p:nvPr/>
            </p:nvGrpSpPr>
            <p:grpSpPr>
              <a:xfrm>
                <a:off x="5493491" y="3338323"/>
                <a:ext cx="2194574" cy="196898"/>
                <a:chOff x="3211755" y="3338323"/>
                <a:chExt cx="2194574" cy="196898"/>
              </a:xfrm>
            </p:grpSpPr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C37C88CE-4BB4-76B4-56BD-3D1381C0FE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211755" y="3429000"/>
                  <a:ext cx="2194378" cy="6284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2136175A-2C4E-76CC-AF31-FD96B2E11B3C}"/>
                    </a:ext>
                  </a:extLst>
                </p:cNvPr>
                <p:cNvCxnSpPr/>
                <p:nvPr/>
              </p:nvCxnSpPr>
              <p:spPr>
                <a:xfrm>
                  <a:off x="5406329" y="3338323"/>
                  <a:ext cx="0" cy="196898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CA19A9A1-1C2C-CDE0-0C64-8146B70753C9}"/>
                </a:ext>
              </a:extLst>
            </p:cNvPr>
            <p:cNvGrpSpPr/>
            <p:nvPr/>
          </p:nvGrpSpPr>
          <p:grpSpPr>
            <a:xfrm>
              <a:off x="2391435" y="1722819"/>
              <a:ext cx="6758047" cy="197775"/>
              <a:chOff x="930018" y="3338323"/>
              <a:chExt cx="6758047" cy="197775"/>
            </a:xfrm>
          </p:grpSpPr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D8E99E5-A7CC-AA7A-63FD-9A2B0468991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930018" y="3429000"/>
                <a:ext cx="2194378" cy="6284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3411D759-9FBF-317E-9E32-37E076E1243C}"/>
                  </a:ext>
                </a:extLst>
              </p:cNvPr>
              <p:cNvCxnSpPr/>
              <p:nvPr/>
            </p:nvCxnSpPr>
            <p:spPr>
              <a:xfrm>
                <a:off x="3124396" y="3339200"/>
                <a:ext cx="0" cy="196898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0" name="Group 39">
                <a:extLst>
                  <a:ext uri="{FF2B5EF4-FFF2-40B4-BE49-F238E27FC236}">
                    <a16:creationId xmlns:a16="http://schemas.microsoft.com/office/drawing/2014/main" id="{7A92B27E-2C81-36A5-2B4E-9D2D4DC137FD}"/>
                  </a:ext>
                </a:extLst>
              </p:cNvPr>
              <p:cNvGrpSpPr/>
              <p:nvPr/>
            </p:nvGrpSpPr>
            <p:grpSpPr>
              <a:xfrm>
                <a:off x="3211755" y="3338323"/>
                <a:ext cx="2194574" cy="196898"/>
                <a:chOff x="3211755" y="3338323"/>
                <a:chExt cx="2194574" cy="196898"/>
              </a:xfrm>
            </p:grpSpPr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28683D14-5284-9E5A-53A9-BE88B300C1C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211755" y="3429000"/>
                  <a:ext cx="2194378" cy="6284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FF736A9B-B8AA-BEBF-0724-E38EB29160AA}"/>
                    </a:ext>
                  </a:extLst>
                </p:cNvPr>
                <p:cNvCxnSpPr/>
                <p:nvPr/>
              </p:nvCxnSpPr>
              <p:spPr>
                <a:xfrm>
                  <a:off x="5406329" y="3338323"/>
                  <a:ext cx="0" cy="196898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41" name="Group 40">
                <a:extLst>
                  <a:ext uri="{FF2B5EF4-FFF2-40B4-BE49-F238E27FC236}">
                    <a16:creationId xmlns:a16="http://schemas.microsoft.com/office/drawing/2014/main" id="{B5D95A0A-DF40-C9C2-1E18-0F9D6B58129C}"/>
                  </a:ext>
                </a:extLst>
              </p:cNvPr>
              <p:cNvGrpSpPr/>
              <p:nvPr/>
            </p:nvGrpSpPr>
            <p:grpSpPr>
              <a:xfrm>
                <a:off x="5493491" y="3338323"/>
                <a:ext cx="2194574" cy="196898"/>
                <a:chOff x="3211755" y="3338323"/>
                <a:chExt cx="2194574" cy="196898"/>
              </a:xfrm>
            </p:grpSpPr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73B70EC1-EE7B-6182-83ED-6D8259EAC2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211755" y="3429000"/>
                  <a:ext cx="2194378" cy="6284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395C3506-A14C-E3E0-0511-68BA4C9989A0}"/>
                    </a:ext>
                  </a:extLst>
                </p:cNvPr>
                <p:cNvCxnSpPr/>
                <p:nvPr/>
              </p:nvCxnSpPr>
              <p:spPr>
                <a:xfrm>
                  <a:off x="5406329" y="3338323"/>
                  <a:ext cx="0" cy="196898"/>
                </a:xfrm>
                <a:prstGeom prst="line">
                  <a:avLst/>
                </a:prstGeom>
                <a:ln w="254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E5988D2E-BCED-EE8A-3DFE-984DE21B39DF}"/>
                </a:ext>
              </a:extLst>
            </p:cNvPr>
            <p:cNvSpPr txBox="1"/>
            <p:nvPr/>
          </p:nvSpPr>
          <p:spPr>
            <a:xfrm>
              <a:off x="2137056" y="625743"/>
              <a:ext cx="95143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0 hours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7FF3C076-76CD-42B0-2E88-7BBB512D12AD}"/>
                </a:ext>
              </a:extLst>
            </p:cNvPr>
            <p:cNvSpPr txBox="1"/>
            <p:nvPr/>
          </p:nvSpPr>
          <p:spPr>
            <a:xfrm>
              <a:off x="4265991" y="617355"/>
              <a:ext cx="118974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48 hours</a:t>
              </a:r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A8094587-9918-7F21-7F62-79B3382AE11B}"/>
                </a:ext>
              </a:extLst>
            </p:cNvPr>
            <p:cNvGrpSpPr/>
            <p:nvPr/>
          </p:nvGrpSpPr>
          <p:grpSpPr>
            <a:xfrm>
              <a:off x="4319626" y="2029010"/>
              <a:ext cx="544903" cy="534497"/>
              <a:chOff x="2890323" y="2959188"/>
              <a:chExt cx="544903" cy="534497"/>
            </a:xfrm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8145BEF5-C155-5CAB-B578-DA56C4CDE46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890323" y="2959188"/>
                <a:ext cx="544903" cy="526621"/>
              </a:xfrm>
              <a:prstGeom prst="ellipse">
                <a:avLst/>
              </a:prstGeom>
              <a:noFill/>
              <a:ln w="38100">
                <a:solidFill>
                  <a:srgbClr val="198FA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0" name="Arrow: Right 59">
                <a:extLst>
                  <a:ext uri="{FF2B5EF4-FFF2-40B4-BE49-F238E27FC236}">
                    <a16:creationId xmlns:a16="http://schemas.microsoft.com/office/drawing/2014/main" id="{271A9938-21E1-E49A-C9D2-397F0E19A105}"/>
                  </a:ext>
                </a:extLst>
              </p:cNvPr>
              <p:cNvSpPr/>
              <p:nvPr/>
            </p:nvSpPr>
            <p:spPr>
              <a:xfrm rot="8716448">
                <a:off x="3284576" y="3325688"/>
                <a:ext cx="142644" cy="167997"/>
              </a:xfrm>
              <a:prstGeom prst="rightArrow">
                <a:avLst>
                  <a:gd name="adj1" fmla="val 50000"/>
                  <a:gd name="adj2" fmla="val 78284"/>
                </a:avLst>
              </a:prstGeom>
              <a:solidFill>
                <a:srgbClr val="198FA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3C0F05C-9C04-D068-7B2D-147E39CCF72E}"/>
                </a:ext>
              </a:extLst>
            </p:cNvPr>
            <p:cNvGrpSpPr/>
            <p:nvPr/>
          </p:nvGrpSpPr>
          <p:grpSpPr>
            <a:xfrm>
              <a:off x="8905247" y="2022911"/>
              <a:ext cx="796901" cy="607993"/>
              <a:chOff x="7452898" y="2994967"/>
              <a:chExt cx="796901" cy="607993"/>
            </a:xfrm>
          </p:grpSpPr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6AAD979C-74F2-F35D-FC5E-41703951745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7452898" y="2994967"/>
                <a:ext cx="544903" cy="526621"/>
              </a:xfrm>
              <a:prstGeom prst="ellipse">
                <a:avLst/>
              </a:prstGeom>
              <a:noFill/>
              <a:ln w="38100">
                <a:solidFill>
                  <a:srgbClr val="198FA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8" name="Arrow: Right 67">
                <a:extLst>
                  <a:ext uri="{FF2B5EF4-FFF2-40B4-BE49-F238E27FC236}">
                    <a16:creationId xmlns:a16="http://schemas.microsoft.com/office/drawing/2014/main" id="{79BD61D0-959E-B497-E02C-3EB9F0522F12}"/>
                  </a:ext>
                </a:extLst>
              </p:cNvPr>
              <p:cNvSpPr/>
              <p:nvPr/>
            </p:nvSpPr>
            <p:spPr>
              <a:xfrm rot="18667055">
                <a:off x="7481602" y="2992197"/>
                <a:ext cx="142644" cy="167997"/>
              </a:xfrm>
              <a:prstGeom prst="rightArrow">
                <a:avLst>
                  <a:gd name="adj1" fmla="val 50000"/>
                  <a:gd name="adj2" fmla="val 78284"/>
                </a:avLst>
              </a:prstGeom>
              <a:solidFill>
                <a:srgbClr val="198FA3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64B9D493-67C1-96C3-4CB6-3AFAD023A0CA}"/>
                  </a:ext>
                </a:extLst>
              </p:cNvPr>
              <p:cNvSpPr txBox="1"/>
              <p:nvPr/>
            </p:nvSpPr>
            <p:spPr>
              <a:xfrm rot="5400000">
                <a:off x="7715737" y="3068899"/>
                <a:ext cx="54490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en-US" sz="2800" b="1" dirty="0">
                    <a:latin typeface="+mj-lt"/>
                  </a:rPr>
                  <a:t>X</a:t>
                </a:r>
                <a:r>
                  <a:rPr lang="en-US" sz="2000" dirty="0">
                    <a:latin typeface="Arial" panose="020B0604020202020204" pitchFamily="34" charset="0"/>
                  </a:rPr>
                  <a:t> </a:t>
                </a:r>
              </a:p>
            </p:txBody>
          </p: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C6420D9F-452A-AB9A-6FD7-43630FAFF0BD}"/>
                </a:ext>
              </a:extLst>
            </p:cNvPr>
            <p:cNvSpPr txBox="1"/>
            <p:nvPr/>
          </p:nvSpPr>
          <p:spPr>
            <a:xfrm>
              <a:off x="2048549" y="2607578"/>
              <a:ext cx="141962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  <a:latin typeface="+mj-lt"/>
                  <a:ea typeface="Gadugi" panose="020B0502040204020203" pitchFamily="34" charset="0"/>
                </a:rPr>
                <a:t>Start</a:t>
              </a:r>
            </a:p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Stock cages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6202F462-7C63-ED02-1152-EFDA60BD9D12}"/>
                </a:ext>
              </a:extLst>
            </p:cNvPr>
            <p:cNvSpPr txBox="1"/>
            <p:nvPr/>
          </p:nvSpPr>
          <p:spPr>
            <a:xfrm>
              <a:off x="8694341" y="2607920"/>
              <a:ext cx="231736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3</a:t>
              </a:r>
              <a:r>
                <a:rPr lang="en-US" sz="1400" baseline="30000" dirty="0">
                  <a:latin typeface="+mj-lt"/>
                  <a:ea typeface="Gadugi" panose="020B0502040204020203" pitchFamily="34" charset="0"/>
                </a:rPr>
                <a:t>rd</a:t>
              </a:r>
              <a:r>
                <a:rPr lang="en-US" sz="1400" dirty="0">
                  <a:latin typeface="+mj-lt"/>
                  <a:ea typeface="Gadugi" panose="020B0502040204020203" pitchFamily="34" charset="0"/>
                </a:rPr>
                <a:t> data point</a:t>
              </a:r>
            </a:p>
            <a:p>
              <a:r>
                <a:rPr lang="en-US" dirty="0">
                  <a:solidFill>
                    <a:srgbClr val="FF0000"/>
                  </a:solidFill>
                  <a:ea typeface="Gadugi" panose="020B0502040204020203" pitchFamily="34" charset="0"/>
                </a:rPr>
                <a:t>Stop</a:t>
              </a:r>
              <a:endParaRPr lang="en-US" dirty="0">
                <a:latin typeface="+mj-lt"/>
                <a:ea typeface="Gadugi" panose="020B0502040204020203" pitchFamily="34" charset="0"/>
              </a:endParaRPr>
            </a:p>
          </p:txBody>
        </p: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6EB421D6-99C0-BA7E-B89A-53F9F89F2C0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24940" y="2012366"/>
              <a:ext cx="544903" cy="526621"/>
            </a:xfrm>
            <a:prstGeom prst="ellipse">
              <a:avLst/>
            </a:prstGeom>
            <a:noFill/>
            <a:ln w="38100">
              <a:solidFill>
                <a:srgbClr val="198FA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639AE6AA-A5A8-4637-931B-384C22C292C2}"/>
                </a:ext>
              </a:extLst>
            </p:cNvPr>
            <p:cNvSpPr txBox="1"/>
            <p:nvPr/>
          </p:nvSpPr>
          <p:spPr>
            <a:xfrm>
              <a:off x="4143871" y="2659267"/>
              <a:ext cx="231736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1</a:t>
              </a:r>
              <a:r>
                <a:rPr lang="en-US" sz="1400" baseline="30000" dirty="0">
                  <a:latin typeface="+mj-lt"/>
                  <a:ea typeface="Gadugi" panose="020B0502040204020203" pitchFamily="34" charset="0"/>
                </a:rPr>
                <a:t>st</a:t>
              </a:r>
              <a:r>
                <a:rPr lang="en-US" sz="1400" dirty="0">
                  <a:latin typeface="+mj-lt"/>
                  <a:ea typeface="Gadugi" panose="020B0502040204020203" pitchFamily="34" charset="0"/>
                </a:rPr>
                <a:t> data point</a:t>
              </a:r>
            </a:p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Restock cages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AD802A4A-C5C5-4B45-EC3A-28DEEF1B1436}"/>
                </a:ext>
              </a:extLst>
            </p:cNvPr>
            <p:cNvSpPr txBox="1"/>
            <p:nvPr/>
          </p:nvSpPr>
          <p:spPr>
            <a:xfrm>
              <a:off x="6421780" y="2640744"/>
              <a:ext cx="12518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2</a:t>
              </a:r>
              <a:r>
                <a:rPr lang="en-US" sz="1400" baseline="30000" dirty="0">
                  <a:latin typeface="+mj-lt"/>
                  <a:ea typeface="Gadugi" panose="020B0502040204020203" pitchFamily="34" charset="0"/>
                </a:rPr>
                <a:t>nd</a:t>
              </a:r>
              <a:r>
                <a:rPr lang="en-US" sz="1400" dirty="0">
                  <a:latin typeface="+mj-lt"/>
                  <a:ea typeface="Gadugi" panose="020B0502040204020203" pitchFamily="34" charset="0"/>
                </a:rPr>
                <a:t> data point</a:t>
              </a:r>
            </a:p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Restock cages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AD9B560E-658F-4DD6-5798-EED5E98F1253}"/>
                </a:ext>
              </a:extLst>
            </p:cNvPr>
            <p:cNvSpPr txBox="1"/>
            <p:nvPr/>
          </p:nvSpPr>
          <p:spPr>
            <a:xfrm>
              <a:off x="6539938" y="618592"/>
              <a:ext cx="118974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96 hours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3F8284A6-831A-24CC-FD5D-B8BCB4956E7E}"/>
                </a:ext>
              </a:extLst>
            </p:cNvPr>
            <p:cNvSpPr txBox="1"/>
            <p:nvPr/>
          </p:nvSpPr>
          <p:spPr>
            <a:xfrm>
              <a:off x="8813885" y="609253"/>
              <a:ext cx="118974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144 hours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CDE78603-3D13-B381-ACE1-1D7119B2B07D}"/>
                </a:ext>
              </a:extLst>
            </p:cNvPr>
            <p:cNvSpPr txBox="1"/>
            <p:nvPr/>
          </p:nvSpPr>
          <p:spPr>
            <a:xfrm>
              <a:off x="234585" y="650427"/>
              <a:ext cx="1869139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+mj-lt"/>
                  <a:ea typeface="Gadugi" panose="020B0502040204020203" pitchFamily="34" charset="0"/>
                </a:rPr>
                <a:t>Sequence 1</a:t>
              </a:r>
            </a:p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Trials 1—4</a:t>
              </a:r>
            </a:p>
          </p:txBody>
        </p:sp>
        <p:sp>
          <p:nvSpPr>
            <p:cNvPr id="180" name="Arrow: Right 179">
              <a:extLst>
                <a:ext uri="{FF2B5EF4-FFF2-40B4-BE49-F238E27FC236}">
                  <a16:creationId xmlns:a16="http://schemas.microsoft.com/office/drawing/2014/main" id="{981FD99F-0992-F8C7-1AA8-E83E169BE699}"/>
                </a:ext>
              </a:extLst>
            </p:cNvPr>
            <p:cNvSpPr/>
            <p:nvPr/>
          </p:nvSpPr>
          <p:spPr>
            <a:xfrm rot="2965767">
              <a:off x="2514522" y="2002556"/>
              <a:ext cx="142644" cy="167997"/>
            </a:xfrm>
            <a:prstGeom prst="rightArrow">
              <a:avLst>
                <a:gd name="adj1" fmla="val 50000"/>
                <a:gd name="adj2" fmla="val 78284"/>
              </a:avLst>
            </a:prstGeom>
            <a:solidFill>
              <a:srgbClr val="198FA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1" name="Arrow: Right 180">
              <a:extLst>
                <a:ext uri="{FF2B5EF4-FFF2-40B4-BE49-F238E27FC236}">
                  <a16:creationId xmlns:a16="http://schemas.microsoft.com/office/drawing/2014/main" id="{1311A8DC-03E2-DF59-67CE-6AC474CA3BEF}"/>
                </a:ext>
              </a:extLst>
            </p:cNvPr>
            <p:cNvSpPr/>
            <p:nvPr/>
          </p:nvSpPr>
          <p:spPr>
            <a:xfrm rot="13063689">
              <a:off x="8933950" y="2384534"/>
              <a:ext cx="142644" cy="167997"/>
            </a:xfrm>
            <a:prstGeom prst="rightArrow">
              <a:avLst>
                <a:gd name="adj1" fmla="val 50000"/>
                <a:gd name="adj2" fmla="val 78284"/>
              </a:avLst>
            </a:prstGeom>
            <a:solidFill>
              <a:srgbClr val="198FA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6030577D-7992-3573-938A-99758FEDC768}"/>
                </a:ext>
              </a:extLst>
            </p:cNvPr>
            <p:cNvSpPr txBox="1"/>
            <p:nvPr/>
          </p:nvSpPr>
          <p:spPr>
            <a:xfrm>
              <a:off x="1791270" y="833292"/>
              <a:ext cx="61537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Trial 1</a:t>
              </a:r>
              <a:endParaRPr lang="en-US" sz="1400" dirty="0"/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C58ED22F-BCFB-F1A1-7591-0FD19B0EDA9E}"/>
                </a:ext>
              </a:extLst>
            </p:cNvPr>
            <p:cNvSpPr txBox="1"/>
            <p:nvPr/>
          </p:nvSpPr>
          <p:spPr>
            <a:xfrm>
              <a:off x="1791269" y="1103262"/>
              <a:ext cx="61537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Trial 2</a:t>
              </a:r>
              <a:endParaRPr lang="en-US" sz="1400" dirty="0"/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E320F9B4-4186-F764-5100-B638D24C18CB}"/>
                </a:ext>
              </a:extLst>
            </p:cNvPr>
            <p:cNvSpPr txBox="1"/>
            <p:nvPr/>
          </p:nvSpPr>
          <p:spPr>
            <a:xfrm>
              <a:off x="1794233" y="1365785"/>
              <a:ext cx="61537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Trial 3</a:t>
              </a:r>
              <a:endParaRPr lang="en-US" sz="1400" dirty="0"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3CA1ED58-31C4-B429-9EB6-9B3F9CC7AE42}"/>
                </a:ext>
              </a:extLst>
            </p:cNvPr>
            <p:cNvSpPr txBox="1"/>
            <p:nvPr/>
          </p:nvSpPr>
          <p:spPr>
            <a:xfrm>
              <a:off x="1796036" y="1631285"/>
              <a:ext cx="61537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Trial 4</a:t>
              </a:r>
              <a:endParaRPr lang="en-US" sz="1400" dirty="0"/>
            </a:p>
          </p:txBody>
        </p:sp>
        <p:sp>
          <p:nvSpPr>
            <p:cNvPr id="187" name="Rectangle 186">
              <a:extLst>
                <a:ext uri="{FF2B5EF4-FFF2-40B4-BE49-F238E27FC236}">
                  <a16:creationId xmlns:a16="http://schemas.microsoft.com/office/drawing/2014/main" id="{9DBDF886-6468-906A-C26B-450EE686E1D2}"/>
                </a:ext>
              </a:extLst>
            </p:cNvPr>
            <p:cNvSpPr/>
            <p:nvPr/>
          </p:nvSpPr>
          <p:spPr>
            <a:xfrm>
              <a:off x="156204" y="563207"/>
              <a:ext cx="9742806" cy="2698886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8" name="Arrow: Right 187">
            <a:extLst>
              <a:ext uri="{FF2B5EF4-FFF2-40B4-BE49-F238E27FC236}">
                <a16:creationId xmlns:a16="http://schemas.microsoft.com/office/drawing/2014/main" id="{99BCF955-DDA2-4244-E607-E93135E6E12F}"/>
              </a:ext>
            </a:extLst>
          </p:cNvPr>
          <p:cNvSpPr/>
          <p:nvPr/>
        </p:nvSpPr>
        <p:spPr>
          <a:xfrm rot="8366558">
            <a:off x="2534246" y="5597401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A12D21D9-DEC0-3020-DB26-B0A94B14E139}"/>
              </a:ext>
            </a:extLst>
          </p:cNvPr>
          <p:cNvSpPr/>
          <p:nvPr/>
        </p:nvSpPr>
        <p:spPr>
          <a:xfrm>
            <a:off x="159099" y="3672155"/>
            <a:ext cx="5110819" cy="2855478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35E1479C-9137-9450-DAB6-9E7725E1F1F5}"/>
              </a:ext>
            </a:extLst>
          </p:cNvPr>
          <p:cNvSpPr txBox="1"/>
          <p:nvPr/>
        </p:nvSpPr>
        <p:spPr>
          <a:xfrm>
            <a:off x="1793259" y="3967547"/>
            <a:ext cx="6153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Trial 5</a:t>
            </a:r>
            <a:endParaRPr lang="en-US" sz="1400" dirty="0"/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D0A2D86E-531B-2D21-9120-5BAEC519BE2E}"/>
              </a:ext>
            </a:extLst>
          </p:cNvPr>
          <p:cNvSpPr txBox="1"/>
          <p:nvPr/>
        </p:nvSpPr>
        <p:spPr>
          <a:xfrm>
            <a:off x="1793259" y="4233666"/>
            <a:ext cx="6153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Trial 6</a:t>
            </a:r>
            <a:endParaRPr lang="en-US" sz="1400" dirty="0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F093F7D5-3A5D-BF47-253D-0539C84C4493}"/>
              </a:ext>
            </a:extLst>
          </p:cNvPr>
          <p:cNvSpPr txBox="1"/>
          <p:nvPr/>
        </p:nvSpPr>
        <p:spPr>
          <a:xfrm>
            <a:off x="1788945" y="4517998"/>
            <a:ext cx="6153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Trial 7</a:t>
            </a:r>
            <a:endParaRPr lang="en-US" sz="1400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A2785AE5-3AA2-187E-ECEB-6AA457F4580D}"/>
              </a:ext>
            </a:extLst>
          </p:cNvPr>
          <p:cNvSpPr txBox="1"/>
          <p:nvPr/>
        </p:nvSpPr>
        <p:spPr>
          <a:xfrm>
            <a:off x="1793259" y="4802333"/>
            <a:ext cx="6153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Trial 8</a:t>
            </a:r>
            <a:endParaRPr lang="en-US" sz="1400" dirty="0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F403216F-772A-CE45-1C3F-8A26A3047725}"/>
              </a:ext>
            </a:extLst>
          </p:cNvPr>
          <p:cNvSpPr/>
          <p:nvPr/>
        </p:nvSpPr>
        <p:spPr>
          <a:xfrm>
            <a:off x="5527720" y="3672156"/>
            <a:ext cx="5392657" cy="2842324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080C925C-3619-FB99-480C-8BEADEA1C876}"/>
              </a:ext>
            </a:extLst>
          </p:cNvPr>
          <p:cNvSpPr txBox="1"/>
          <p:nvPr/>
        </p:nvSpPr>
        <p:spPr>
          <a:xfrm>
            <a:off x="5541284" y="3718359"/>
            <a:ext cx="3961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+mj-lt"/>
              </a:rPr>
              <a:t>Sampling and restocking procedure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BCB49A15-9E4E-9DD9-36A0-F59887725B5C}"/>
              </a:ext>
            </a:extLst>
          </p:cNvPr>
          <p:cNvSpPr/>
          <p:nvPr/>
        </p:nvSpPr>
        <p:spPr>
          <a:xfrm rot="8068225">
            <a:off x="8712650" y="5763271"/>
            <a:ext cx="235517" cy="232672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40432DBF-1891-684C-29D8-944D319DFEC8}"/>
              </a:ext>
            </a:extLst>
          </p:cNvPr>
          <p:cNvSpPr/>
          <p:nvPr/>
        </p:nvSpPr>
        <p:spPr>
          <a:xfrm rot="13888093">
            <a:off x="4342374" y="2454520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89ED5F1-D754-1AF2-278D-3A394CD16D80}"/>
              </a:ext>
            </a:extLst>
          </p:cNvPr>
          <p:cNvSpPr/>
          <p:nvPr/>
        </p:nvSpPr>
        <p:spPr>
          <a:xfrm rot="18448465">
            <a:off x="4329035" y="2117701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2F5FBA4C-371A-F9C7-444E-84BE2A495ED3}"/>
              </a:ext>
            </a:extLst>
          </p:cNvPr>
          <p:cNvSpPr/>
          <p:nvPr/>
        </p:nvSpPr>
        <p:spPr>
          <a:xfrm rot="3112325">
            <a:off x="4747903" y="2127481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428E576-E80C-B291-62C9-C68949747DBF}"/>
              </a:ext>
            </a:extLst>
          </p:cNvPr>
          <p:cNvSpPr txBox="1"/>
          <p:nvPr/>
        </p:nvSpPr>
        <p:spPr>
          <a:xfrm>
            <a:off x="5624626" y="5297622"/>
            <a:ext cx="131771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+mj-lt"/>
              </a:rPr>
              <a:t>Underwater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619EC85-CFC2-1A8A-754E-A51E3B6BEDAB}"/>
              </a:ext>
            </a:extLst>
          </p:cNvPr>
          <p:cNvSpPr txBox="1"/>
          <p:nvPr/>
        </p:nvSpPr>
        <p:spPr>
          <a:xfrm>
            <a:off x="5604287" y="4952979"/>
            <a:ext cx="149247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+mj-lt"/>
              </a:rPr>
              <a:t>On the surface</a:t>
            </a:r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50C3CFC2-67A8-136D-5894-1D24997CA6B9}"/>
              </a:ext>
            </a:extLst>
          </p:cNvPr>
          <p:cNvSpPr/>
          <p:nvPr/>
        </p:nvSpPr>
        <p:spPr>
          <a:xfrm rot="7904237">
            <a:off x="2539235" y="2423295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F904CA26-9B1A-9B8E-0571-9F83A3E48143}"/>
              </a:ext>
            </a:extLst>
          </p:cNvPr>
          <p:cNvSpPr>
            <a:spLocks noChangeAspect="1"/>
          </p:cNvSpPr>
          <p:nvPr/>
        </p:nvSpPr>
        <p:spPr>
          <a:xfrm>
            <a:off x="6661359" y="2098990"/>
            <a:ext cx="544903" cy="526621"/>
          </a:xfrm>
          <a:prstGeom prst="ellipse">
            <a:avLst/>
          </a:prstGeom>
          <a:noFill/>
          <a:ln w="38100">
            <a:solidFill>
              <a:srgbClr val="198FA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1" name="Arrow: Right 210">
            <a:extLst>
              <a:ext uri="{FF2B5EF4-FFF2-40B4-BE49-F238E27FC236}">
                <a16:creationId xmlns:a16="http://schemas.microsoft.com/office/drawing/2014/main" id="{E9B3412E-B3F9-5C27-BFF7-1C4754206E22}"/>
              </a:ext>
            </a:extLst>
          </p:cNvPr>
          <p:cNvSpPr/>
          <p:nvPr/>
        </p:nvSpPr>
        <p:spPr>
          <a:xfrm rot="13888093">
            <a:off x="6670789" y="2456249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2" name="Arrow: Right 211">
            <a:extLst>
              <a:ext uri="{FF2B5EF4-FFF2-40B4-BE49-F238E27FC236}">
                <a16:creationId xmlns:a16="http://schemas.microsoft.com/office/drawing/2014/main" id="{87B7528A-E860-75D9-CCA0-DAEE1CCC2ECF}"/>
              </a:ext>
            </a:extLst>
          </p:cNvPr>
          <p:cNvSpPr/>
          <p:nvPr/>
        </p:nvSpPr>
        <p:spPr>
          <a:xfrm rot="18448465">
            <a:off x="6657450" y="2119430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3" name="Arrow: Right 212">
            <a:extLst>
              <a:ext uri="{FF2B5EF4-FFF2-40B4-BE49-F238E27FC236}">
                <a16:creationId xmlns:a16="http://schemas.microsoft.com/office/drawing/2014/main" id="{7E0CD7AA-E26A-867B-BA0A-C7E4CD9E715B}"/>
              </a:ext>
            </a:extLst>
          </p:cNvPr>
          <p:cNvSpPr/>
          <p:nvPr/>
        </p:nvSpPr>
        <p:spPr>
          <a:xfrm rot="3112325">
            <a:off x="7076318" y="2129210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4" name="Arrow: Right 213">
            <a:extLst>
              <a:ext uri="{FF2B5EF4-FFF2-40B4-BE49-F238E27FC236}">
                <a16:creationId xmlns:a16="http://schemas.microsoft.com/office/drawing/2014/main" id="{E2ED6F38-A368-73CC-F62E-ED3ABCF28C0E}"/>
              </a:ext>
            </a:extLst>
          </p:cNvPr>
          <p:cNvSpPr/>
          <p:nvPr/>
        </p:nvSpPr>
        <p:spPr>
          <a:xfrm rot="8716448">
            <a:off x="7060783" y="2462067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5" name="Oval 214">
            <a:extLst>
              <a:ext uri="{FF2B5EF4-FFF2-40B4-BE49-F238E27FC236}">
                <a16:creationId xmlns:a16="http://schemas.microsoft.com/office/drawing/2014/main" id="{E17981C2-8E90-7FC8-8C06-7DB460966024}"/>
              </a:ext>
            </a:extLst>
          </p:cNvPr>
          <p:cNvSpPr>
            <a:spLocks noChangeAspect="1"/>
          </p:cNvSpPr>
          <p:nvPr/>
        </p:nvSpPr>
        <p:spPr>
          <a:xfrm>
            <a:off x="3192028" y="5217784"/>
            <a:ext cx="544903" cy="526621"/>
          </a:xfrm>
          <a:prstGeom prst="ellipse">
            <a:avLst/>
          </a:prstGeom>
          <a:noFill/>
          <a:ln w="38100">
            <a:solidFill>
              <a:srgbClr val="198FA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6" name="Arrow: Right 215">
            <a:extLst>
              <a:ext uri="{FF2B5EF4-FFF2-40B4-BE49-F238E27FC236}">
                <a16:creationId xmlns:a16="http://schemas.microsoft.com/office/drawing/2014/main" id="{E619E826-65E6-D710-4BA3-6FA54527602C}"/>
              </a:ext>
            </a:extLst>
          </p:cNvPr>
          <p:cNvSpPr/>
          <p:nvPr/>
        </p:nvSpPr>
        <p:spPr>
          <a:xfrm rot="13888093">
            <a:off x="3201458" y="5575043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7" name="Arrow: Right 216">
            <a:extLst>
              <a:ext uri="{FF2B5EF4-FFF2-40B4-BE49-F238E27FC236}">
                <a16:creationId xmlns:a16="http://schemas.microsoft.com/office/drawing/2014/main" id="{46DC274D-A801-D442-F41A-097722E4A451}"/>
              </a:ext>
            </a:extLst>
          </p:cNvPr>
          <p:cNvSpPr/>
          <p:nvPr/>
        </p:nvSpPr>
        <p:spPr>
          <a:xfrm rot="18448465">
            <a:off x="3188119" y="5238224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8" name="Arrow: Right 217">
            <a:extLst>
              <a:ext uri="{FF2B5EF4-FFF2-40B4-BE49-F238E27FC236}">
                <a16:creationId xmlns:a16="http://schemas.microsoft.com/office/drawing/2014/main" id="{9B0AD713-2710-AE06-A13E-7B9E97E68837}"/>
              </a:ext>
            </a:extLst>
          </p:cNvPr>
          <p:cNvSpPr/>
          <p:nvPr/>
        </p:nvSpPr>
        <p:spPr>
          <a:xfrm rot="3112325">
            <a:off x="3606987" y="5248004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9" name="Arrow: Right 218">
            <a:extLst>
              <a:ext uri="{FF2B5EF4-FFF2-40B4-BE49-F238E27FC236}">
                <a16:creationId xmlns:a16="http://schemas.microsoft.com/office/drawing/2014/main" id="{BDECCE29-FFBE-D9D5-2F39-2F6E18E6444E}"/>
              </a:ext>
            </a:extLst>
          </p:cNvPr>
          <p:cNvSpPr/>
          <p:nvPr/>
        </p:nvSpPr>
        <p:spPr>
          <a:xfrm rot="8716448">
            <a:off x="3591452" y="5580861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0" name="Arrow: Right 219">
            <a:extLst>
              <a:ext uri="{FF2B5EF4-FFF2-40B4-BE49-F238E27FC236}">
                <a16:creationId xmlns:a16="http://schemas.microsoft.com/office/drawing/2014/main" id="{E8D84639-F51D-FC2F-5288-60BA38F6217B}"/>
              </a:ext>
            </a:extLst>
          </p:cNvPr>
          <p:cNvSpPr/>
          <p:nvPr/>
        </p:nvSpPr>
        <p:spPr>
          <a:xfrm rot="3021807">
            <a:off x="2554721" y="5248545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3" name="Oval 222">
            <a:extLst>
              <a:ext uri="{FF2B5EF4-FFF2-40B4-BE49-F238E27FC236}">
                <a16:creationId xmlns:a16="http://schemas.microsoft.com/office/drawing/2014/main" id="{96784F57-6DDB-F1E3-DA1A-FAAE8627EF27}"/>
              </a:ext>
            </a:extLst>
          </p:cNvPr>
          <p:cNvSpPr>
            <a:spLocks noChangeAspect="1"/>
          </p:cNvSpPr>
          <p:nvPr/>
        </p:nvSpPr>
        <p:spPr>
          <a:xfrm>
            <a:off x="4211431" y="5227750"/>
            <a:ext cx="544903" cy="526621"/>
          </a:xfrm>
          <a:prstGeom prst="ellipse">
            <a:avLst/>
          </a:prstGeom>
          <a:noFill/>
          <a:ln w="38100">
            <a:solidFill>
              <a:srgbClr val="198FA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5" name="Arrow: Right 224">
            <a:extLst>
              <a:ext uri="{FF2B5EF4-FFF2-40B4-BE49-F238E27FC236}">
                <a16:creationId xmlns:a16="http://schemas.microsoft.com/office/drawing/2014/main" id="{D7C5B2B9-1844-E39F-A738-72289CC32AB9}"/>
              </a:ext>
            </a:extLst>
          </p:cNvPr>
          <p:cNvSpPr/>
          <p:nvPr/>
        </p:nvSpPr>
        <p:spPr>
          <a:xfrm rot="18667055">
            <a:off x="4234248" y="5215713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6" name="Arrow: Right 225">
            <a:extLst>
              <a:ext uri="{FF2B5EF4-FFF2-40B4-BE49-F238E27FC236}">
                <a16:creationId xmlns:a16="http://schemas.microsoft.com/office/drawing/2014/main" id="{D0CD8B7E-DD3B-CEFB-CFD5-DB3445135E40}"/>
              </a:ext>
            </a:extLst>
          </p:cNvPr>
          <p:cNvSpPr/>
          <p:nvPr/>
        </p:nvSpPr>
        <p:spPr>
          <a:xfrm rot="13063689">
            <a:off x="4234247" y="5580106"/>
            <a:ext cx="142644" cy="167997"/>
          </a:xfrm>
          <a:prstGeom prst="rightArrow">
            <a:avLst>
              <a:gd name="adj1" fmla="val 50000"/>
              <a:gd name="adj2" fmla="val 78284"/>
            </a:avLst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1798572C-FB70-EEF2-F3FA-720B930E11A1}"/>
              </a:ext>
            </a:extLst>
          </p:cNvPr>
          <p:cNvSpPr txBox="1"/>
          <p:nvPr/>
        </p:nvSpPr>
        <p:spPr>
          <a:xfrm rot="5400000">
            <a:off x="4487033" y="5283619"/>
            <a:ext cx="5449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2800" b="1" dirty="0">
                <a:latin typeface="+mj-lt"/>
              </a:rPr>
              <a:t>X</a:t>
            </a:r>
            <a:r>
              <a:rPr lang="en-US" sz="2000" dirty="0">
                <a:latin typeface="Arial" panose="020B0604020202020204" pitchFamily="34" charset="0"/>
              </a:rPr>
              <a:t> </a:t>
            </a:r>
          </a:p>
        </p:txBody>
      </p:sp>
    </p:spTree>
    <p:extLst>
      <p:ext uri="{BB962C8B-B14F-4D97-AF65-F5344CB8AC3E}">
        <p14:creationId xmlns:p14="http://schemas.microsoft.com/office/powerpoint/2010/main" val="2849075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374</TotalTime>
  <Words>117</Words>
  <Application>Microsoft Office PowerPoint</Application>
  <PresentationFormat>Custom</PresentationFormat>
  <Paragraphs>44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Gadugi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Zachary Randell</dc:creator>
  <cp:lastModifiedBy>Zachary Randell</cp:lastModifiedBy>
  <cp:revision>14</cp:revision>
  <dcterms:created xsi:type="dcterms:W3CDTF">2026-06-02T15:16:13Z</dcterms:created>
  <dcterms:modified xsi:type="dcterms:W3CDTF">2026-07-09T00:20:15Z</dcterms:modified>
</cp:coreProperties>
</file>